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4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4049" r:id="rId5"/>
    <p:sldMasterId id="2147484149" r:id="rId6"/>
    <p:sldMasterId id="2147484179" r:id="rId7"/>
    <p:sldMasterId id="2147484256" r:id="rId8"/>
  </p:sldMasterIdLst>
  <p:notesMasterIdLst>
    <p:notesMasterId r:id="rId22"/>
  </p:notesMasterIdLst>
  <p:sldIdLst>
    <p:sldId id="328" r:id="rId9"/>
    <p:sldId id="2147481358" r:id="rId10"/>
    <p:sldId id="2147481359" r:id="rId11"/>
    <p:sldId id="2147481348" r:id="rId12"/>
    <p:sldId id="332" r:id="rId13"/>
    <p:sldId id="339" r:id="rId14"/>
    <p:sldId id="320" r:id="rId15"/>
    <p:sldId id="2147481350" r:id="rId16"/>
    <p:sldId id="2147481354" r:id="rId17"/>
    <p:sldId id="333" r:id="rId18"/>
    <p:sldId id="2147481356" r:id="rId19"/>
    <p:sldId id="335" r:id="rId20"/>
    <p:sldId id="214748134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965CC6-56C2-25AF-286D-7C37C0B5FCD0}" name="Aditya Agrawal" initials="AA" userId="S::Aditya.Agrawal@Ltts.com::cd4a3f0b-7bb8-49df-b246-4d05fee638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17"/>
    <a:srgbClr val="17375E"/>
    <a:srgbClr val="FFC000"/>
    <a:srgbClr val="CCD1ED"/>
    <a:srgbClr val="E8EAEB"/>
    <a:srgbClr val="E7EEFF"/>
    <a:srgbClr val="C4D9FE"/>
    <a:srgbClr val="69BBFF"/>
    <a:srgbClr val="0556CD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8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2" d="100"/>
        <a:sy n="102" d="100"/>
      </p:scale>
      <p:origin x="0" y="-27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Leon J M" userId="7a14a41a-c703-4cf5-a552-f734d0249e08" providerId="ADAL" clId="{8E25423E-D939-474D-A57D-8CD238804EB1}"/>
    <pc:docChg chg="modSld">
      <pc:chgData name="Anish Leon J M" userId="7a14a41a-c703-4cf5-a552-f734d0249e08" providerId="ADAL" clId="{8E25423E-D939-474D-A57D-8CD238804EB1}" dt="2026-02-09T10:54:44.061" v="0" actId="20577"/>
      <pc:docMkLst>
        <pc:docMk/>
      </pc:docMkLst>
      <pc:sldChg chg="modSp mod">
        <pc:chgData name="Anish Leon J M" userId="7a14a41a-c703-4cf5-a552-f734d0249e08" providerId="ADAL" clId="{8E25423E-D939-474D-A57D-8CD238804EB1}" dt="2026-02-09T10:54:44.061" v="0" actId="20577"/>
        <pc:sldMkLst>
          <pc:docMk/>
          <pc:sldMk cId="2792990188" sldId="336"/>
        </pc:sldMkLst>
        <pc:spChg chg="mod">
          <ac:chgData name="Anish Leon J M" userId="7a14a41a-c703-4cf5-a552-f734d0249e08" providerId="ADAL" clId="{8E25423E-D939-474D-A57D-8CD238804EB1}" dt="2026-02-09T10:54:44.061" v="0" actId="20577"/>
          <ac:spMkLst>
            <pc:docMk/>
            <pc:sldMk cId="2792990188" sldId="336"/>
            <ac:spMk id="3" creationId="{05D7F545-E4C3-D614-3187-979947F24874}"/>
          </ac:spMkLst>
        </pc:spChg>
      </pc:sldChg>
    </pc:docChg>
  </pc:docChgLst>
  <pc:docChgLst>
    <pc:chgData name="Pauline Gifty Simon Solomon Raj" userId="d664233d-6e25-4d9c-b02e-7355c0f0a4e7" providerId="ADAL" clId="{10B9CC73-037E-41FF-961F-FF54072648EB}"/>
    <pc:docChg chg="undo custSel addSld delSld modSld">
      <pc:chgData name="Pauline Gifty Simon Solomon Raj" userId="d664233d-6e25-4d9c-b02e-7355c0f0a4e7" providerId="ADAL" clId="{10B9CC73-037E-41FF-961F-FF54072648EB}" dt="2026-02-05T06:05:19.827" v="841" actId="5793"/>
      <pc:docMkLst>
        <pc:docMk/>
      </pc:docMkLst>
      <pc:sldChg chg="modSp mod">
        <pc:chgData name="Pauline Gifty Simon Solomon Raj" userId="d664233d-6e25-4d9c-b02e-7355c0f0a4e7" providerId="ADAL" clId="{10B9CC73-037E-41FF-961F-FF54072648EB}" dt="2026-02-04T10:48:38.714" v="814" actId="20577"/>
        <pc:sldMkLst>
          <pc:docMk/>
          <pc:sldMk cId="2792990188" sldId="336"/>
        </pc:sldMkLst>
        <pc:spChg chg="mod">
          <ac:chgData name="Pauline Gifty Simon Solomon Raj" userId="d664233d-6e25-4d9c-b02e-7355c0f0a4e7" providerId="ADAL" clId="{10B9CC73-037E-41FF-961F-FF54072648EB}" dt="2026-02-04T10:48:38.714" v="814" actId="20577"/>
          <ac:spMkLst>
            <pc:docMk/>
            <pc:sldMk cId="2792990188" sldId="336"/>
            <ac:spMk id="3" creationId="{05D7F545-E4C3-D614-3187-979947F24874}"/>
          </ac:spMkLst>
        </pc:spChg>
      </pc:sldChg>
      <pc:sldChg chg="modSp mod">
        <pc:chgData name="Pauline Gifty Simon Solomon Raj" userId="d664233d-6e25-4d9c-b02e-7355c0f0a4e7" providerId="ADAL" clId="{10B9CC73-037E-41FF-961F-FF54072648EB}" dt="2026-02-05T06:04:05.597" v="824" actId="20577"/>
        <pc:sldMkLst>
          <pc:docMk/>
          <pc:sldMk cId="339873518" sldId="2147481351"/>
        </pc:sldMkLst>
        <pc:spChg chg="mod">
          <ac:chgData name="Pauline Gifty Simon Solomon Raj" userId="d664233d-6e25-4d9c-b02e-7355c0f0a4e7" providerId="ADAL" clId="{10B9CC73-037E-41FF-961F-FF54072648EB}" dt="2026-02-05T06:04:05.597" v="824" actId="20577"/>
          <ac:spMkLst>
            <pc:docMk/>
            <pc:sldMk cId="339873518" sldId="2147481351"/>
            <ac:spMk id="9" creationId="{5DAC1370-285B-B4B5-CA73-01E261366444}"/>
          </ac:spMkLst>
        </pc:spChg>
      </pc:sldChg>
      <pc:sldChg chg="modSp mod">
        <pc:chgData name="Pauline Gifty Simon Solomon Raj" userId="d664233d-6e25-4d9c-b02e-7355c0f0a4e7" providerId="ADAL" clId="{10B9CC73-037E-41FF-961F-FF54072648EB}" dt="2026-02-05T06:05:19.827" v="841" actId="5793"/>
        <pc:sldMkLst>
          <pc:docMk/>
          <pc:sldMk cId="1054618553" sldId="2147481356"/>
        </pc:sldMkLst>
        <pc:spChg chg="mod">
          <ac:chgData name="Pauline Gifty Simon Solomon Raj" userId="d664233d-6e25-4d9c-b02e-7355c0f0a4e7" providerId="ADAL" clId="{10B9CC73-037E-41FF-961F-FF54072648EB}" dt="2026-02-05T06:05:19.827" v="841" actId="5793"/>
          <ac:spMkLst>
            <pc:docMk/>
            <pc:sldMk cId="1054618553" sldId="2147481356"/>
            <ac:spMk id="3" creationId="{7CC229AB-3C21-6349-7416-76FD715228E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D74756-C6BA-4956-815D-F87708355DB8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9A847FD-2931-4C4D-980C-528D7ED2591D}">
      <dgm:prSet phldrT="[Text]" custT="1"/>
      <dgm:spPr>
        <a:solidFill>
          <a:srgbClr val="0556CD"/>
        </a:solidFill>
      </dgm:spPr>
      <dgm:t>
        <a:bodyPr/>
        <a:lstStyle/>
        <a:p>
          <a:endParaRPr lang="en-IN" sz="1600" b="1" dirty="0"/>
        </a:p>
      </dgm:t>
    </dgm:pt>
    <dgm:pt modelId="{5DD90148-34EF-4811-A2F7-CD534451DDD2}" type="parTrans" cxnId="{0BFFAA44-04D3-4704-BE2E-B6ACFD0B8FB4}">
      <dgm:prSet/>
      <dgm:spPr/>
      <dgm:t>
        <a:bodyPr/>
        <a:lstStyle/>
        <a:p>
          <a:endParaRPr lang="en-IN"/>
        </a:p>
      </dgm:t>
    </dgm:pt>
    <dgm:pt modelId="{D64B300E-0F74-4BC4-BDB4-B3F70ECCC079}" type="sibTrans" cxnId="{0BFFAA44-04D3-4704-BE2E-B6ACFD0B8FB4}">
      <dgm:prSet/>
      <dgm:spPr>
        <a:ln>
          <a:solidFill>
            <a:srgbClr val="404040"/>
          </a:solidFill>
        </a:ln>
      </dgm:spPr>
      <dgm:t>
        <a:bodyPr/>
        <a:lstStyle/>
        <a:p>
          <a:endParaRPr lang="en-IN"/>
        </a:p>
      </dgm:t>
    </dgm:pt>
    <dgm:pt modelId="{E35F1B63-73B4-4A33-BE7E-1D8B26A28EA6}">
      <dgm:prSet phldrT="[Text]"/>
      <dgm:spPr>
        <a:solidFill>
          <a:srgbClr val="0556CD"/>
        </a:solidFill>
      </dgm:spPr>
      <dgm:t>
        <a:bodyPr/>
        <a:lstStyle/>
        <a:p>
          <a:endParaRPr lang="en-IN" dirty="0"/>
        </a:p>
      </dgm:t>
    </dgm:pt>
    <dgm:pt modelId="{3B94E1BA-0E09-4794-8A72-7FF3D89F7A3C}" type="parTrans" cxnId="{FFB769C0-8405-4508-9D6E-6BDFAEED5F73}">
      <dgm:prSet/>
      <dgm:spPr/>
      <dgm:t>
        <a:bodyPr/>
        <a:lstStyle/>
        <a:p>
          <a:endParaRPr lang="en-IN"/>
        </a:p>
      </dgm:t>
    </dgm:pt>
    <dgm:pt modelId="{EAD9E569-4F82-4A4D-AAF5-FAEB1DBADA70}" type="sibTrans" cxnId="{FFB769C0-8405-4508-9D6E-6BDFAEED5F73}">
      <dgm:prSet/>
      <dgm:spPr/>
      <dgm:t>
        <a:bodyPr/>
        <a:lstStyle/>
        <a:p>
          <a:endParaRPr lang="en-IN"/>
        </a:p>
      </dgm:t>
    </dgm:pt>
    <dgm:pt modelId="{3764C634-615B-4D59-8E04-1F617195DD99}">
      <dgm:prSet phldrT="[Text]"/>
      <dgm:spPr>
        <a:solidFill>
          <a:srgbClr val="0556CD"/>
        </a:solidFill>
        <a:ln>
          <a:solidFill>
            <a:srgbClr val="5E5E5E"/>
          </a:solidFill>
        </a:ln>
      </dgm:spPr>
      <dgm:t>
        <a:bodyPr/>
        <a:lstStyle/>
        <a:p>
          <a:endParaRPr lang="en-IN" dirty="0"/>
        </a:p>
      </dgm:t>
    </dgm:pt>
    <dgm:pt modelId="{AEF394CA-D431-48E8-8E97-16A009945736}" type="parTrans" cxnId="{E2933BF1-3F02-436E-96CF-937D593EDA37}">
      <dgm:prSet/>
      <dgm:spPr/>
      <dgm:t>
        <a:bodyPr/>
        <a:lstStyle/>
        <a:p>
          <a:endParaRPr lang="en-IN"/>
        </a:p>
      </dgm:t>
    </dgm:pt>
    <dgm:pt modelId="{ADD58CF9-374B-4DD8-A3B8-2701C3E9FF61}" type="sibTrans" cxnId="{E2933BF1-3F02-436E-96CF-937D593EDA37}">
      <dgm:prSet/>
      <dgm:spPr/>
      <dgm:t>
        <a:bodyPr/>
        <a:lstStyle/>
        <a:p>
          <a:endParaRPr lang="en-IN"/>
        </a:p>
      </dgm:t>
    </dgm:pt>
    <dgm:pt modelId="{6ED527D0-CA1A-4D45-A2BB-F3D09EB07D07}">
      <dgm:prSet phldrT="[Text]"/>
      <dgm:spPr>
        <a:solidFill>
          <a:srgbClr val="0556CD"/>
        </a:solidFill>
        <a:ln>
          <a:solidFill>
            <a:srgbClr val="5E5E5E"/>
          </a:solidFill>
        </a:ln>
      </dgm:spPr>
      <dgm:t>
        <a:bodyPr/>
        <a:lstStyle/>
        <a:p>
          <a:endParaRPr lang="en-IN" dirty="0"/>
        </a:p>
      </dgm:t>
    </dgm:pt>
    <dgm:pt modelId="{110D7599-7514-4C7D-BC87-CC71AA72C323}" type="parTrans" cxnId="{6F2AE2AE-E7FF-4DB8-B652-ABE33B1F3165}">
      <dgm:prSet/>
      <dgm:spPr/>
      <dgm:t>
        <a:bodyPr/>
        <a:lstStyle/>
        <a:p>
          <a:endParaRPr lang="en-IN"/>
        </a:p>
      </dgm:t>
    </dgm:pt>
    <dgm:pt modelId="{E8C2583C-5650-4DA9-8BEE-F05EB84251AC}" type="sibTrans" cxnId="{6F2AE2AE-E7FF-4DB8-B652-ABE33B1F3165}">
      <dgm:prSet/>
      <dgm:spPr/>
      <dgm:t>
        <a:bodyPr/>
        <a:lstStyle/>
        <a:p>
          <a:endParaRPr lang="en-IN"/>
        </a:p>
      </dgm:t>
    </dgm:pt>
    <dgm:pt modelId="{CD60FADE-6FEE-4E43-85A0-B6FAC78088B8}" type="pres">
      <dgm:prSet presAssocID="{ACD74756-C6BA-4956-815D-F87708355DB8}" presName="Name0" presStyleCnt="0">
        <dgm:presLayoutVars>
          <dgm:chMax val="7"/>
          <dgm:chPref val="7"/>
          <dgm:dir/>
        </dgm:presLayoutVars>
      </dgm:prSet>
      <dgm:spPr/>
    </dgm:pt>
    <dgm:pt modelId="{501A6806-2742-4A10-9310-53FEBDB421A9}" type="pres">
      <dgm:prSet presAssocID="{ACD74756-C6BA-4956-815D-F87708355DB8}" presName="Name1" presStyleCnt="0"/>
      <dgm:spPr/>
    </dgm:pt>
    <dgm:pt modelId="{49C745BD-2C2A-46AC-8503-8C583AC08569}" type="pres">
      <dgm:prSet presAssocID="{ACD74756-C6BA-4956-815D-F87708355DB8}" presName="cycle" presStyleCnt="0"/>
      <dgm:spPr/>
    </dgm:pt>
    <dgm:pt modelId="{7EAEFB83-8D74-4F52-BD3F-31E90578CB58}" type="pres">
      <dgm:prSet presAssocID="{ACD74756-C6BA-4956-815D-F87708355DB8}" presName="srcNode" presStyleLbl="node1" presStyleIdx="0" presStyleCnt="4"/>
      <dgm:spPr/>
    </dgm:pt>
    <dgm:pt modelId="{96D2E8AA-FB52-4703-BE3A-AC123898A076}" type="pres">
      <dgm:prSet presAssocID="{ACD74756-C6BA-4956-815D-F87708355DB8}" presName="conn" presStyleLbl="parChTrans1D2" presStyleIdx="0" presStyleCnt="1"/>
      <dgm:spPr/>
    </dgm:pt>
    <dgm:pt modelId="{06AAB172-F9B4-4118-A0FF-D6F2202B996A}" type="pres">
      <dgm:prSet presAssocID="{ACD74756-C6BA-4956-815D-F87708355DB8}" presName="extraNode" presStyleLbl="node1" presStyleIdx="0" presStyleCnt="4"/>
      <dgm:spPr/>
    </dgm:pt>
    <dgm:pt modelId="{FE045E10-26D3-4C2C-B71D-AD6C8FE77033}" type="pres">
      <dgm:prSet presAssocID="{ACD74756-C6BA-4956-815D-F87708355DB8}" presName="dstNode" presStyleLbl="node1" presStyleIdx="0" presStyleCnt="4"/>
      <dgm:spPr/>
    </dgm:pt>
    <dgm:pt modelId="{7EEDEF66-AE8A-4129-86B9-4F3E5F515FC9}" type="pres">
      <dgm:prSet presAssocID="{F9A847FD-2931-4C4D-980C-528D7ED2591D}" presName="text_1" presStyleLbl="node1" presStyleIdx="0" presStyleCnt="4" custScaleY="121729">
        <dgm:presLayoutVars>
          <dgm:bulletEnabled val="1"/>
        </dgm:presLayoutVars>
      </dgm:prSet>
      <dgm:spPr/>
    </dgm:pt>
    <dgm:pt modelId="{8F868266-0CC3-4D3F-B2D9-D275AC18888E}" type="pres">
      <dgm:prSet presAssocID="{F9A847FD-2931-4C4D-980C-528D7ED2591D}" presName="accent_1" presStyleCnt="0"/>
      <dgm:spPr/>
    </dgm:pt>
    <dgm:pt modelId="{667896B7-59A4-4E90-B715-EDF5D1E25E45}" type="pres">
      <dgm:prSet presAssocID="{F9A847FD-2931-4C4D-980C-528D7ED2591D}" presName="accentRepeatNode" presStyleLbl="solidFgAcc1" presStyleIdx="0" presStyleCnt="4"/>
      <dgm:spPr>
        <a:ln>
          <a:solidFill>
            <a:srgbClr val="404040"/>
          </a:solidFill>
        </a:ln>
      </dgm:spPr>
    </dgm:pt>
    <dgm:pt modelId="{F40602F4-7B80-4700-A805-55D1533735F7}" type="pres">
      <dgm:prSet presAssocID="{E35F1B63-73B4-4A33-BE7E-1D8B26A28EA6}" presName="text_2" presStyleLbl="node1" presStyleIdx="1" presStyleCnt="4" custScaleY="121729">
        <dgm:presLayoutVars>
          <dgm:bulletEnabled val="1"/>
        </dgm:presLayoutVars>
      </dgm:prSet>
      <dgm:spPr/>
    </dgm:pt>
    <dgm:pt modelId="{B8718721-A704-4BE0-9545-7645D596331F}" type="pres">
      <dgm:prSet presAssocID="{E35F1B63-73B4-4A33-BE7E-1D8B26A28EA6}" presName="accent_2" presStyleCnt="0"/>
      <dgm:spPr/>
    </dgm:pt>
    <dgm:pt modelId="{97E8494E-69DF-43CF-99E2-D66B020B795E}" type="pres">
      <dgm:prSet presAssocID="{E35F1B63-73B4-4A33-BE7E-1D8B26A28EA6}" presName="accentRepeatNode" presStyleLbl="solidFgAcc1" presStyleIdx="1" presStyleCnt="4"/>
      <dgm:spPr>
        <a:ln>
          <a:solidFill>
            <a:srgbClr val="404040"/>
          </a:solidFill>
        </a:ln>
      </dgm:spPr>
    </dgm:pt>
    <dgm:pt modelId="{A485A205-B830-4704-8415-AE42BD4DD90E}" type="pres">
      <dgm:prSet presAssocID="{3764C634-615B-4D59-8E04-1F617195DD99}" presName="text_3" presStyleLbl="node1" presStyleIdx="2" presStyleCnt="4" custScaleY="121729">
        <dgm:presLayoutVars>
          <dgm:bulletEnabled val="1"/>
        </dgm:presLayoutVars>
      </dgm:prSet>
      <dgm:spPr/>
    </dgm:pt>
    <dgm:pt modelId="{5325CDB3-F459-455A-829C-E1C2CD892DCB}" type="pres">
      <dgm:prSet presAssocID="{3764C634-615B-4D59-8E04-1F617195DD99}" presName="accent_3" presStyleCnt="0"/>
      <dgm:spPr/>
    </dgm:pt>
    <dgm:pt modelId="{BB7EA03B-7504-4AA8-8000-A87ADB741CAA}" type="pres">
      <dgm:prSet presAssocID="{3764C634-615B-4D59-8E04-1F617195DD99}" presName="accentRepeatNode" presStyleLbl="solidFgAcc1" presStyleIdx="2" presStyleCnt="4"/>
      <dgm:spPr>
        <a:ln>
          <a:solidFill>
            <a:srgbClr val="404040"/>
          </a:solidFill>
        </a:ln>
      </dgm:spPr>
    </dgm:pt>
    <dgm:pt modelId="{1868F29E-5A6F-4828-9B2D-31237062B2D8}" type="pres">
      <dgm:prSet presAssocID="{6ED527D0-CA1A-4D45-A2BB-F3D09EB07D07}" presName="text_4" presStyleLbl="node1" presStyleIdx="3" presStyleCnt="4" custScaleY="121729">
        <dgm:presLayoutVars>
          <dgm:bulletEnabled val="1"/>
        </dgm:presLayoutVars>
      </dgm:prSet>
      <dgm:spPr/>
    </dgm:pt>
    <dgm:pt modelId="{336770F7-3DEB-4296-A911-65819E9E9C79}" type="pres">
      <dgm:prSet presAssocID="{6ED527D0-CA1A-4D45-A2BB-F3D09EB07D07}" presName="accent_4" presStyleCnt="0"/>
      <dgm:spPr/>
    </dgm:pt>
    <dgm:pt modelId="{5561B67C-9E3E-4BFC-B6F5-B65F0B488514}" type="pres">
      <dgm:prSet presAssocID="{6ED527D0-CA1A-4D45-A2BB-F3D09EB07D07}" presName="accentRepeatNode" presStyleLbl="solidFgAcc1" presStyleIdx="3" presStyleCnt="4"/>
      <dgm:spPr/>
    </dgm:pt>
  </dgm:ptLst>
  <dgm:cxnLst>
    <dgm:cxn modelId="{3F70C327-291A-45E0-B51F-82C543797A4B}" type="presOf" srcId="{E35F1B63-73B4-4A33-BE7E-1D8B26A28EA6}" destId="{F40602F4-7B80-4700-A805-55D1533735F7}" srcOrd="0" destOrd="0" presId="urn:microsoft.com/office/officeart/2008/layout/VerticalCurvedList"/>
    <dgm:cxn modelId="{99CF9061-4D69-4ACC-95A2-40D7A78B44F3}" type="presOf" srcId="{F9A847FD-2931-4C4D-980C-528D7ED2591D}" destId="{7EEDEF66-AE8A-4129-86B9-4F3E5F515FC9}" srcOrd="0" destOrd="0" presId="urn:microsoft.com/office/officeart/2008/layout/VerticalCurvedList"/>
    <dgm:cxn modelId="{DCE82A64-509C-4221-B57B-505A0C144BA7}" type="presOf" srcId="{3764C634-615B-4D59-8E04-1F617195DD99}" destId="{A485A205-B830-4704-8415-AE42BD4DD90E}" srcOrd="0" destOrd="0" presId="urn:microsoft.com/office/officeart/2008/layout/VerticalCurvedList"/>
    <dgm:cxn modelId="{0BFFAA44-04D3-4704-BE2E-B6ACFD0B8FB4}" srcId="{ACD74756-C6BA-4956-815D-F87708355DB8}" destId="{F9A847FD-2931-4C4D-980C-528D7ED2591D}" srcOrd="0" destOrd="0" parTransId="{5DD90148-34EF-4811-A2F7-CD534451DDD2}" sibTransId="{D64B300E-0F74-4BC4-BDB4-B3F70ECCC079}"/>
    <dgm:cxn modelId="{44F0B350-FFB5-4E31-BE32-5EA0E4CFD7F6}" type="presOf" srcId="{6ED527D0-CA1A-4D45-A2BB-F3D09EB07D07}" destId="{1868F29E-5A6F-4828-9B2D-31237062B2D8}" srcOrd="0" destOrd="0" presId="urn:microsoft.com/office/officeart/2008/layout/VerticalCurvedList"/>
    <dgm:cxn modelId="{8931587E-E283-41D5-86C3-B31C4911A52C}" type="presOf" srcId="{ACD74756-C6BA-4956-815D-F87708355DB8}" destId="{CD60FADE-6FEE-4E43-85A0-B6FAC78088B8}" srcOrd="0" destOrd="0" presId="urn:microsoft.com/office/officeart/2008/layout/VerticalCurvedList"/>
    <dgm:cxn modelId="{3C4B0A89-3AD8-40F8-B5E9-F3B6A819DB7E}" type="presOf" srcId="{D64B300E-0F74-4BC4-BDB4-B3F70ECCC079}" destId="{96D2E8AA-FB52-4703-BE3A-AC123898A076}" srcOrd="0" destOrd="0" presId="urn:microsoft.com/office/officeart/2008/layout/VerticalCurvedList"/>
    <dgm:cxn modelId="{6F2AE2AE-E7FF-4DB8-B652-ABE33B1F3165}" srcId="{ACD74756-C6BA-4956-815D-F87708355DB8}" destId="{6ED527D0-CA1A-4D45-A2BB-F3D09EB07D07}" srcOrd="3" destOrd="0" parTransId="{110D7599-7514-4C7D-BC87-CC71AA72C323}" sibTransId="{E8C2583C-5650-4DA9-8BEE-F05EB84251AC}"/>
    <dgm:cxn modelId="{FFB769C0-8405-4508-9D6E-6BDFAEED5F73}" srcId="{ACD74756-C6BA-4956-815D-F87708355DB8}" destId="{E35F1B63-73B4-4A33-BE7E-1D8B26A28EA6}" srcOrd="1" destOrd="0" parTransId="{3B94E1BA-0E09-4794-8A72-7FF3D89F7A3C}" sibTransId="{EAD9E569-4F82-4A4D-AAF5-FAEB1DBADA70}"/>
    <dgm:cxn modelId="{E2933BF1-3F02-436E-96CF-937D593EDA37}" srcId="{ACD74756-C6BA-4956-815D-F87708355DB8}" destId="{3764C634-615B-4D59-8E04-1F617195DD99}" srcOrd="2" destOrd="0" parTransId="{AEF394CA-D431-48E8-8E97-16A009945736}" sibTransId="{ADD58CF9-374B-4DD8-A3B8-2701C3E9FF61}"/>
    <dgm:cxn modelId="{87D24AC9-ABD7-4E03-8DFE-D91DE5A0C8CF}" type="presParOf" srcId="{CD60FADE-6FEE-4E43-85A0-B6FAC78088B8}" destId="{501A6806-2742-4A10-9310-53FEBDB421A9}" srcOrd="0" destOrd="0" presId="urn:microsoft.com/office/officeart/2008/layout/VerticalCurvedList"/>
    <dgm:cxn modelId="{64071F0E-4352-471A-80BE-21E21C908E4B}" type="presParOf" srcId="{501A6806-2742-4A10-9310-53FEBDB421A9}" destId="{49C745BD-2C2A-46AC-8503-8C583AC08569}" srcOrd="0" destOrd="0" presId="urn:microsoft.com/office/officeart/2008/layout/VerticalCurvedList"/>
    <dgm:cxn modelId="{86667410-0211-4D99-BF7A-17B26001BDD1}" type="presParOf" srcId="{49C745BD-2C2A-46AC-8503-8C583AC08569}" destId="{7EAEFB83-8D74-4F52-BD3F-31E90578CB58}" srcOrd="0" destOrd="0" presId="urn:microsoft.com/office/officeart/2008/layout/VerticalCurvedList"/>
    <dgm:cxn modelId="{D8AFE6E9-F8AB-410B-93DD-ECF848053475}" type="presParOf" srcId="{49C745BD-2C2A-46AC-8503-8C583AC08569}" destId="{96D2E8AA-FB52-4703-BE3A-AC123898A076}" srcOrd="1" destOrd="0" presId="urn:microsoft.com/office/officeart/2008/layout/VerticalCurvedList"/>
    <dgm:cxn modelId="{C5C71CB9-B3C3-4653-BD23-94C0FAE617FB}" type="presParOf" srcId="{49C745BD-2C2A-46AC-8503-8C583AC08569}" destId="{06AAB172-F9B4-4118-A0FF-D6F2202B996A}" srcOrd="2" destOrd="0" presId="urn:microsoft.com/office/officeart/2008/layout/VerticalCurvedList"/>
    <dgm:cxn modelId="{F588116D-3C9B-43C4-8F9B-B768E8F614FE}" type="presParOf" srcId="{49C745BD-2C2A-46AC-8503-8C583AC08569}" destId="{FE045E10-26D3-4C2C-B71D-AD6C8FE77033}" srcOrd="3" destOrd="0" presId="urn:microsoft.com/office/officeart/2008/layout/VerticalCurvedList"/>
    <dgm:cxn modelId="{474C890D-7ECC-4D42-8A01-CDA6592EFF14}" type="presParOf" srcId="{501A6806-2742-4A10-9310-53FEBDB421A9}" destId="{7EEDEF66-AE8A-4129-86B9-4F3E5F515FC9}" srcOrd="1" destOrd="0" presId="urn:microsoft.com/office/officeart/2008/layout/VerticalCurvedList"/>
    <dgm:cxn modelId="{4F21C0EF-88C9-4602-B611-A12BB4B0E5FF}" type="presParOf" srcId="{501A6806-2742-4A10-9310-53FEBDB421A9}" destId="{8F868266-0CC3-4D3F-B2D9-D275AC18888E}" srcOrd="2" destOrd="0" presId="urn:microsoft.com/office/officeart/2008/layout/VerticalCurvedList"/>
    <dgm:cxn modelId="{93EE51D4-4577-4F6E-8B60-BA910CDF039F}" type="presParOf" srcId="{8F868266-0CC3-4D3F-B2D9-D275AC18888E}" destId="{667896B7-59A4-4E90-B715-EDF5D1E25E45}" srcOrd="0" destOrd="0" presId="urn:microsoft.com/office/officeart/2008/layout/VerticalCurvedList"/>
    <dgm:cxn modelId="{7D3F91CB-7924-4E8E-944B-505C2BDC2F47}" type="presParOf" srcId="{501A6806-2742-4A10-9310-53FEBDB421A9}" destId="{F40602F4-7B80-4700-A805-55D1533735F7}" srcOrd="3" destOrd="0" presId="urn:microsoft.com/office/officeart/2008/layout/VerticalCurvedList"/>
    <dgm:cxn modelId="{B101EDE1-D9B4-44C1-9844-9AB779A8C4F9}" type="presParOf" srcId="{501A6806-2742-4A10-9310-53FEBDB421A9}" destId="{B8718721-A704-4BE0-9545-7645D596331F}" srcOrd="4" destOrd="0" presId="urn:microsoft.com/office/officeart/2008/layout/VerticalCurvedList"/>
    <dgm:cxn modelId="{C2153C56-D820-4194-9F69-AAF82D11F28B}" type="presParOf" srcId="{B8718721-A704-4BE0-9545-7645D596331F}" destId="{97E8494E-69DF-43CF-99E2-D66B020B795E}" srcOrd="0" destOrd="0" presId="urn:microsoft.com/office/officeart/2008/layout/VerticalCurvedList"/>
    <dgm:cxn modelId="{5BD9EB8F-D85F-4EA2-A17C-B2AFEC51BAA9}" type="presParOf" srcId="{501A6806-2742-4A10-9310-53FEBDB421A9}" destId="{A485A205-B830-4704-8415-AE42BD4DD90E}" srcOrd="5" destOrd="0" presId="urn:microsoft.com/office/officeart/2008/layout/VerticalCurvedList"/>
    <dgm:cxn modelId="{E5795B0A-67A9-4723-8F9E-77D5342EFA32}" type="presParOf" srcId="{501A6806-2742-4A10-9310-53FEBDB421A9}" destId="{5325CDB3-F459-455A-829C-E1C2CD892DCB}" srcOrd="6" destOrd="0" presId="urn:microsoft.com/office/officeart/2008/layout/VerticalCurvedList"/>
    <dgm:cxn modelId="{974194B4-FFAB-4161-A0DF-3E731ED8558B}" type="presParOf" srcId="{5325CDB3-F459-455A-829C-E1C2CD892DCB}" destId="{BB7EA03B-7504-4AA8-8000-A87ADB741CAA}" srcOrd="0" destOrd="0" presId="urn:microsoft.com/office/officeart/2008/layout/VerticalCurvedList"/>
    <dgm:cxn modelId="{435589B8-4A79-4DF2-A652-C529C5E7EB5D}" type="presParOf" srcId="{501A6806-2742-4A10-9310-53FEBDB421A9}" destId="{1868F29E-5A6F-4828-9B2D-31237062B2D8}" srcOrd="7" destOrd="0" presId="urn:microsoft.com/office/officeart/2008/layout/VerticalCurvedList"/>
    <dgm:cxn modelId="{555C0C9C-29C0-4CDF-AB9A-956472220547}" type="presParOf" srcId="{501A6806-2742-4A10-9310-53FEBDB421A9}" destId="{336770F7-3DEB-4296-A911-65819E9E9C79}" srcOrd="8" destOrd="0" presId="urn:microsoft.com/office/officeart/2008/layout/VerticalCurvedList"/>
    <dgm:cxn modelId="{B1D20842-8D96-4DF2-BBF3-31DAAF3BDBE1}" type="presParOf" srcId="{336770F7-3DEB-4296-A911-65819E9E9C79}" destId="{5561B67C-9E3E-4BFC-B6F5-B65F0B48851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2E8AA-FB52-4703-BE3A-AC123898A076}">
      <dsp:nvSpPr>
        <dsp:cNvPr id="0" name=""/>
        <dsp:cNvSpPr/>
      </dsp:nvSpPr>
      <dsp:spPr>
        <a:xfrm>
          <a:off x="-6290542" y="-962276"/>
          <a:ext cx="7487787" cy="7487787"/>
        </a:xfrm>
        <a:prstGeom prst="blockArc">
          <a:avLst>
            <a:gd name="adj1" fmla="val 18900000"/>
            <a:gd name="adj2" fmla="val 2700000"/>
            <a:gd name="adj3" fmla="val 288"/>
          </a:avLst>
        </a:prstGeom>
        <a:noFill/>
        <a:ln w="12700" cap="flat" cmpd="sng" algn="ctr">
          <a:solidFill>
            <a:srgbClr val="40404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DEF66-AE8A-4129-86B9-4F3E5F515FC9}">
      <dsp:nvSpPr>
        <dsp:cNvPr id="0" name=""/>
        <dsp:cNvSpPr/>
      </dsp:nvSpPr>
      <dsp:spPr>
        <a:xfrm>
          <a:off x="626552" y="334717"/>
          <a:ext cx="10565380" cy="1041815"/>
        </a:xfrm>
        <a:prstGeom prst="rect">
          <a:avLst/>
        </a:prstGeom>
        <a:solidFill>
          <a:srgbClr val="0556CD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7932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dirty="0"/>
        </a:p>
      </dsp:txBody>
      <dsp:txXfrm>
        <a:off x="626552" y="334717"/>
        <a:ext cx="10565380" cy="1041815"/>
      </dsp:txXfrm>
    </dsp:sp>
    <dsp:sp modelId="{667896B7-59A4-4E90-B715-EDF5D1E25E45}">
      <dsp:nvSpPr>
        <dsp:cNvPr id="0" name=""/>
        <dsp:cNvSpPr/>
      </dsp:nvSpPr>
      <dsp:spPr>
        <a:xfrm>
          <a:off x="91647" y="320720"/>
          <a:ext cx="1069810" cy="10698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40404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40602F4-7B80-4700-A805-55D1533735F7}">
      <dsp:nvSpPr>
        <dsp:cNvPr id="0" name=""/>
        <dsp:cNvSpPr/>
      </dsp:nvSpPr>
      <dsp:spPr>
        <a:xfrm>
          <a:off x="1117230" y="1618712"/>
          <a:ext cx="10074703" cy="1041815"/>
        </a:xfrm>
        <a:prstGeom prst="rect">
          <a:avLst/>
        </a:prstGeom>
        <a:solidFill>
          <a:srgbClr val="0556CD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79329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1117230" y="1618712"/>
        <a:ext cx="10074703" cy="1041815"/>
      </dsp:txXfrm>
    </dsp:sp>
    <dsp:sp modelId="{97E8494E-69DF-43CF-99E2-D66B020B795E}">
      <dsp:nvSpPr>
        <dsp:cNvPr id="0" name=""/>
        <dsp:cNvSpPr/>
      </dsp:nvSpPr>
      <dsp:spPr>
        <a:xfrm>
          <a:off x="582325" y="1604715"/>
          <a:ext cx="1069810" cy="10698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40404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485A205-B830-4704-8415-AE42BD4DD90E}">
      <dsp:nvSpPr>
        <dsp:cNvPr id="0" name=""/>
        <dsp:cNvSpPr/>
      </dsp:nvSpPr>
      <dsp:spPr>
        <a:xfrm>
          <a:off x="1117230" y="2902707"/>
          <a:ext cx="10074703" cy="1041815"/>
        </a:xfrm>
        <a:prstGeom prst="rect">
          <a:avLst/>
        </a:prstGeom>
        <a:solidFill>
          <a:srgbClr val="0556CD"/>
        </a:solidFill>
        <a:ln>
          <a:solidFill>
            <a:srgbClr val="5E5E5E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79329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1117230" y="2902707"/>
        <a:ext cx="10074703" cy="1041815"/>
      </dsp:txXfrm>
    </dsp:sp>
    <dsp:sp modelId="{BB7EA03B-7504-4AA8-8000-A87ADB741CAA}">
      <dsp:nvSpPr>
        <dsp:cNvPr id="0" name=""/>
        <dsp:cNvSpPr/>
      </dsp:nvSpPr>
      <dsp:spPr>
        <a:xfrm>
          <a:off x="582325" y="2888709"/>
          <a:ext cx="1069810" cy="10698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40404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868F29E-5A6F-4828-9B2D-31237062B2D8}">
      <dsp:nvSpPr>
        <dsp:cNvPr id="0" name=""/>
        <dsp:cNvSpPr/>
      </dsp:nvSpPr>
      <dsp:spPr>
        <a:xfrm>
          <a:off x="626552" y="4186701"/>
          <a:ext cx="10565380" cy="1041815"/>
        </a:xfrm>
        <a:prstGeom prst="rect">
          <a:avLst/>
        </a:prstGeom>
        <a:solidFill>
          <a:srgbClr val="0556CD"/>
        </a:solidFill>
        <a:ln>
          <a:solidFill>
            <a:srgbClr val="5E5E5E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79329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626552" y="4186701"/>
        <a:ext cx="10565380" cy="1041815"/>
      </dsp:txXfrm>
    </dsp:sp>
    <dsp:sp modelId="{5561B67C-9E3E-4BFC-B6F5-B65F0B488514}">
      <dsp:nvSpPr>
        <dsp:cNvPr id="0" name=""/>
        <dsp:cNvSpPr/>
      </dsp:nvSpPr>
      <dsp:spPr>
        <a:xfrm>
          <a:off x="91647" y="4172704"/>
          <a:ext cx="1069810" cy="10698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319FB-1DBA-481C-A6D1-2E9B5433F62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597B-3FED-4E67-9747-18C048D31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B5317-EDBC-4155-87F5-41E4E6A99D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70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6597B-3FED-4E67-9747-18C048D31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02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FC361-C30A-4AED-87EA-348118094D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4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2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6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0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4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6.sv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6.sv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6.sv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39.png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59008247-9F77-9210-4624-46F9D72FD9D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2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565234-79ED-EA4B-4DF1-B74DF44C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1579" y="162219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80623EE-1C49-6FBD-980E-952FF29794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3" y="162219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D941E4D-9A8C-6DE6-F2F1-AE06A2A4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51579" y="236787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798B33DB-ACF1-5019-41C9-0B0BB978A3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433" y="23678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9D71781-5D6F-BE23-39CD-92CE4BF490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46124" y="311819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DF04471C-C0C9-9BA0-4022-EEC00A6589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978" y="311819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9B9FAEF-2B3D-19F0-E898-109B1DF5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6124" y="386387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56" name="Text Placeholder 19">
            <a:extLst>
              <a:ext uri="{FF2B5EF4-FFF2-40B4-BE49-F238E27FC236}">
                <a16:creationId xmlns:a16="http://schemas.microsoft.com/office/drawing/2014/main" id="{9E419D21-2BB7-FDD4-2D06-A60C781F23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978" y="386387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63B2118-6AD0-673E-4018-789C34AE38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20146" y="4636515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C8AE2EF7-3214-44BB-0A70-5447DA425C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3000" y="4636515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80E41B5-23E6-838E-6193-7D0BE7A042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20146" y="5393977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71403852-7822-1472-E0FE-6395E3292B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000" y="53939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5BA37C79-117E-EAFA-0437-6FF7377EF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A11A5F-046F-1162-8E74-2ED4AF297222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9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C06EE0-4C9E-A04F-D16A-8DBE689EE0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5520"/>
          <a:stretch/>
        </p:blipFill>
        <p:spPr>
          <a:xfrm>
            <a:off x="9953740" y="372050"/>
            <a:ext cx="1687320" cy="4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7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9370DF6C-9269-8428-5E5B-18C0A805FD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2297" y="0"/>
            <a:ext cx="3425850" cy="632684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8016809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205C-1567-9FA3-6293-D586C20FB4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3550" y="1136650"/>
            <a:ext cx="7543800" cy="5045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B15C-D830-ED32-C760-5A4A2DA845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58A13-E354-80D4-3CDF-0E089C009C19}"/>
              </a:ext>
            </a:extLst>
          </p:cNvPr>
          <p:cNvSpPr/>
          <p:nvPr userDrawn="1"/>
        </p:nvSpPr>
        <p:spPr>
          <a:xfrm>
            <a:off x="460600" y="830468"/>
            <a:ext cx="754380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CD9221-7207-3E34-612E-00A95D782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79" y="1495963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reeform: Shape 4">
            <a:extLst>
              <a:ext uri="{FF2B5EF4-FFF2-40B4-BE49-F238E27FC236}">
                <a16:creationId xmlns:a16="http://schemas.microsoft.com/office/drawing/2014/main" id="{0FE3AEBB-EE1B-2785-DE65-26BA92B477A2}"/>
              </a:ext>
            </a:extLst>
          </p:cNvPr>
          <p:cNvSpPr/>
          <p:nvPr userDrawn="1"/>
        </p:nvSpPr>
        <p:spPr>
          <a:xfrm>
            <a:off x="7964871" y="2617385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6">
            <a:extLst>
              <a:ext uri="{FF2B5EF4-FFF2-40B4-BE49-F238E27FC236}">
                <a16:creationId xmlns:a16="http://schemas.microsoft.com/office/drawing/2014/main" id="{237CEC14-F9EA-5671-74A5-62D60CA84D57}"/>
              </a:ext>
            </a:extLst>
          </p:cNvPr>
          <p:cNvSpPr/>
          <p:nvPr userDrawn="1"/>
        </p:nvSpPr>
        <p:spPr>
          <a:xfrm>
            <a:off x="9162559" y="2617385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7">
            <a:extLst>
              <a:ext uri="{FF2B5EF4-FFF2-40B4-BE49-F238E27FC236}">
                <a16:creationId xmlns:a16="http://schemas.microsoft.com/office/drawing/2014/main" id="{1BE00EBC-5A78-B680-9AC0-6B356B9787BC}"/>
              </a:ext>
            </a:extLst>
          </p:cNvPr>
          <p:cNvSpPr/>
          <p:nvPr userDrawn="1"/>
        </p:nvSpPr>
        <p:spPr>
          <a:xfrm>
            <a:off x="6440165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0AFD9F20-1D54-08A0-8520-4CF9AFD78AC8}"/>
              </a:ext>
            </a:extLst>
          </p:cNvPr>
          <p:cNvSpPr/>
          <p:nvPr userDrawn="1"/>
        </p:nvSpPr>
        <p:spPr>
          <a:xfrm>
            <a:off x="7964871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A2D630E5-B9B6-873D-E2F8-B5114E70EC95}"/>
              </a:ext>
            </a:extLst>
          </p:cNvPr>
          <p:cNvGrpSpPr/>
          <p:nvPr userDrawn="1"/>
        </p:nvGrpSpPr>
        <p:grpSpPr>
          <a:xfrm>
            <a:off x="9162508" y="3815074"/>
            <a:ext cx="2432663" cy="2432663"/>
            <a:chOff x="2979456" y="3873439"/>
            <a:chExt cx="1770205" cy="1770205"/>
          </a:xfrm>
          <a:solidFill>
            <a:srgbClr val="112868"/>
          </a:solidFill>
        </p:grpSpPr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0EC0D9AA-7858-D358-8B21-C930F99EA884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grpFill/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9">
              <a:extLst>
                <a:ext uri="{FF2B5EF4-FFF2-40B4-BE49-F238E27FC236}">
                  <a16:creationId xmlns:a16="http://schemas.microsoft.com/office/drawing/2014/main" id="{F28E7DFB-E0BF-5D01-30C3-76BD84CFC223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rgbClr val="D9D9D9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FA578EC7-751B-9665-0C4A-5342F402CBAF}"/>
              </a:ext>
            </a:extLst>
          </p:cNvPr>
          <p:cNvSpPr/>
          <p:nvPr userDrawn="1"/>
        </p:nvSpPr>
        <p:spPr>
          <a:xfrm>
            <a:off x="9162507" y="1092679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1">
            <a:extLst>
              <a:ext uri="{FF2B5EF4-FFF2-40B4-BE49-F238E27FC236}">
                <a16:creationId xmlns:a16="http://schemas.microsoft.com/office/drawing/2014/main" id="{61CB2EE3-EBC1-5E9D-F171-1DFF6C86B3BB}"/>
              </a:ext>
            </a:extLst>
          </p:cNvPr>
          <p:cNvSpPr/>
          <p:nvPr userDrawn="1"/>
        </p:nvSpPr>
        <p:spPr>
          <a:xfrm>
            <a:off x="6440165" y="1092679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2621867-14EA-4782-0CA1-8797BBDB37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D63064F-DC52-C086-9749-2F68FDDD91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8B53E64-9F4F-B9CB-C082-4025FCB275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0E9E251-263F-BC17-F837-65F4CF3AA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430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Picture Placeholder 37">
            <a:extLst>
              <a:ext uri="{FF2B5EF4-FFF2-40B4-BE49-F238E27FC236}">
                <a16:creationId xmlns:a16="http://schemas.microsoft.com/office/drawing/2014/main" id="{74E9F594-32F8-B0ED-D32D-226BC0D86C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618" y="977038"/>
            <a:ext cx="3584927" cy="53017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762484-E660-13E9-DF50-3440CC059C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4454" y="1136650"/>
            <a:ext cx="7381073" cy="5045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686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60D3C4-089A-89DF-003F-080875F761D5}"/>
              </a:ext>
            </a:extLst>
          </p:cNvPr>
          <p:cNvSpPr/>
          <p:nvPr userDrawn="1"/>
        </p:nvSpPr>
        <p:spPr>
          <a:xfrm>
            <a:off x="0" y="5034875"/>
            <a:ext cx="12008146" cy="1202038"/>
          </a:xfrm>
          <a:prstGeom prst="rect">
            <a:avLst/>
          </a:prstGeom>
          <a:solidFill>
            <a:srgbClr val="1128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7">
            <a:extLst>
              <a:ext uri="{FF2B5EF4-FFF2-40B4-BE49-F238E27FC236}">
                <a16:creationId xmlns:a16="http://schemas.microsoft.com/office/drawing/2014/main" id="{5481EE72-E1CE-5B81-0FE1-0F4F0E4E2B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355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59530978-9E15-C6E6-B94A-F280865209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2529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EDD58B23-E1E0-FE80-776D-665CF7432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150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C3116B14-EBED-05EB-D50D-69F3E3EF03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972" y="5155292"/>
            <a:ext cx="10732057" cy="1017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9BDD8AE-6E2A-13F0-22AA-E6D656BC3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1303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3CDBDC34-6B62-EF9F-4A29-2BCDF1E8D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303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F3E660EF-FEA1-BDC5-4E8F-E866E94A7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735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C66D7E4C-100F-91D3-C32D-1EE39C56D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735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F20D8902-62FF-7D88-CFA5-ADBD9085A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50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7FDAAC6-2BBC-9EB8-E070-B6B6C26E6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150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1342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A485D-92E9-250E-500C-5B1EBBEDFB01}"/>
              </a:ext>
            </a:extLst>
          </p:cNvPr>
          <p:cNvSpPr/>
          <p:nvPr userDrawn="1"/>
        </p:nvSpPr>
        <p:spPr>
          <a:xfrm>
            <a:off x="6405161" y="1379547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B93DA-FF19-7480-02CF-BAC6E647C44F}"/>
              </a:ext>
            </a:extLst>
          </p:cNvPr>
          <p:cNvSpPr/>
          <p:nvPr userDrawn="1"/>
        </p:nvSpPr>
        <p:spPr>
          <a:xfrm>
            <a:off x="9369617" y="1379547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E6D67-022B-2F68-D195-D56ACFD8945D}"/>
              </a:ext>
            </a:extLst>
          </p:cNvPr>
          <p:cNvSpPr/>
          <p:nvPr userDrawn="1"/>
        </p:nvSpPr>
        <p:spPr>
          <a:xfrm>
            <a:off x="3440706" y="1379547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3AC7-6A31-BDCF-D245-CCAA6D2B0AED}"/>
              </a:ext>
            </a:extLst>
          </p:cNvPr>
          <p:cNvSpPr/>
          <p:nvPr userDrawn="1"/>
        </p:nvSpPr>
        <p:spPr>
          <a:xfrm>
            <a:off x="476250" y="1379547"/>
            <a:ext cx="268942" cy="1295801"/>
          </a:xfrm>
          <a:prstGeom prst="rect">
            <a:avLst/>
          </a:prstGeom>
          <a:solidFill>
            <a:srgbClr val="00A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C10EDC7E-0359-3D2A-09A9-9AE603EF5D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888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E88530A2-A524-9A9E-8412-61341D1B53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07455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39">
            <a:extLst>
              <a:ext uri="{FF2B5EF4-FFF2-40B4-BE49-F238E27FC236}">
                <a16:creationId xmlns:a16="http://schemas.microsoft.com/office/drawing/2014/main" id="{2FF23220-503B-1C2B-C330-2D215232A3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8040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39">
            <a:extLst>
              <a:ext uri="{FF2B5EF4-FFF2-40B4-BE49-F238E27FC236}">
                <a16:creationId xmlns:a16="http://schemas.microsoft.com/office/drawing/2014/main" id="{542B0FB1-9BC6-C2AD-5F4F-2C5459B197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38559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6F96-692E-2EA1-3324-B4C8E5A83385}"/>
              </a:ext>
            </a:extLst>
          </p:cNvPr>
          <p:cNvSpPr/>
          <p:nvPr userDrawn="1"/>
        </p:nvSpPr>
        <p:spPr>
          <a:xfrm>
            <a:off x="6405161" y="3888185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0C281-7A80-3859-8FD8-120E6955AC3D}"/>
              </a:ext>
            </a:extLst>
          </p:cNvPr>
          <p:cNvSpPr/>
          <p:nvPr userDrawn="1"/>
        </p:nvSpPr>
        <p:spPr>
          <a:xfrm>
            <a:off x="9369617" y="3888185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37457-CEEA-F5A4-005C-9E1027029CBF}"/>
              </a:ext>
            </a:extLst>
          </p:cNvPr>
          <p:cNvSpPr/>
          <p:nvPr userDrawn="1"/>
        </p:nvSpPr>
        <p:spPr>
          <a:xfrm>
            <a:off x="3440706" y="3888185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53843-3C2D-4E47-B889-7B1AC1D25AD7}"/>
              </a:ext>
            </a:extLst>
          </p:cNvPr>
          <p:cNvSpPr/>
          <p:nvPr userDrawn="1"/>
        </p:nvSpPr>
        <p:spPr>
          <a:xfrm>
            <a:off x="476250" y="3888185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9">
            <a:extLst>
              <a:ext uri="{FF2B5EF4-FFF2-40B4-BE49-F238E27FC236}">
                <a16:creationId xmlns:a16="http://schemas.microsoft.com/office/drawing/2014/main" id="{777DCB8F-16C5-7668-1DCB-1C876924789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9888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39">
            <a:extLst>
              <a:ext uri="{FF2B5EF4-FFF2-40B4-BE49-F238E27FC236}">
                <a16:creationId xmlns:a16="http://schemas.microsoft.com/office/drawing/2014/main" id="{D5595B18-A6E1-C375-D23E-877E6E19B6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07455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39">
            <a:extLst>
              <a:ext uri="{FF2B5EF4-FFF2-40B4-BE49-F238E27FC236}">
                <a16:creationId xmlns:a16="http://schemas.microsoft.com/office/drawing/2014/main" id="{1E0832B2-3C20-B791-C1D4-E691E5C920F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68040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3A3D8EEC-017F-1FA8-328E-C28F8A1C52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638559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DF6D5191-895D-9991-838D-F7A63EE78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5084449-FE8B-9D43-E1F9-0B7C9F816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26B23555-AA5D-7E55-B76F-8D4B85BAF4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3817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AC43175D-A00E-2CBC-D858-1992E33674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33817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2E634C-A879-8E4C-FFD5-0062020CE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5161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B3A12C8D-E2F9-7841-A3C6-215DF53628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5161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11E27E-F517-176E-C8FF-195FAB3E55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76505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7C021CE-8394-EC44-09A0-75AAB820C5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6505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4AD4AEA6-EB0F-1F36-BC9A-CB2E9F9365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6250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3791200-B83C-FAD7-2C0A-5F5FE2208E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6250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C6C40406-AA4F-D40C-4855-582615089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33817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8A78B42-7627-33F1-C6E3-33BD58FD700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33817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42A2C28-5611-5B9D-F2AE-5919B00419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5161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96EC3FAF-DAE1-5F10-E740-5DDE107382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5161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B9D3EEFC-816B-50BA-892E-35DC675707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76505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4E757D15-661F-FA3A-2CF1-971D29426B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6505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2FA0960-06E1-16FC-AE1E-31B6914D8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5520"/>
          <a:stretch/>
        </p:blipFill>
        <p:spPr>
          <a:xfrm>
            <a:off x="9953740" y="372050"/>
            <a:ext cx="1687320" cy="4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15A-D2CC-6436-F372-45F79FF54E8E}"/>
              </a:ext>
            </a:extLst>
          </p:cNvPr>
          <p:cNvSpPr/>
          <p:nvPr userDrawn="1"/>
        </p:nvSpPr>
        <p:spPr>
          <a:xfrm>
            <a:off x="8088140" y="0"/>
            <a:ext cx="4103860" cy="6858000"/>
          </a:xfrm>
          <a:prstGeom prst="rect">
            <a:avLst/>
          </a:prstGeom>
          <a:solidFill>
            <a:srgbClr val="112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CE4030-2D6D-D413-9F8B-27838FA2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77957" y="3869367"/>
            <a:ext cx="3220129" cy="2340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5" name="Picture Placeholder 39">
            <a:extLst>
              <a:ext uri="{FF2B5EF4-FFF2-40B4-BE49-F238E27FC236}">
                <a16:creationId xmlns:a16="http://schemas.microsoft.com/office/drawing/2014/main" id="{D4C1FD55-35CF-876E-0E35-B7920688AEF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12270" y="0"/>
            <a:ext cx="4079730" cy="3334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B61713-7D96-4170-9FB1-4A12EE4200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9379" y="1542004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B3DF79-7CF4-F274-802C-337F341EEC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379" y="24241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CC9099-7C34-FDE5-EE20-A7F7EA9B68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9379" y="33565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0FD3E9-688C-3E10-038D-43D8E10A88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379" y="4238658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67D0C-BFA4-F19A-3B7F-F2AD08B164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99379" y="5120785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A426-4C89-6842-B3BC-54B7B6A251EE}"/>
              </a:ext>
            </a:extLst>
          </p:cNvPr>
          <p:cNvSpPr txBox="1"/>
          <p:nvPr userDrawn="1"/>
        </p:nvSpPr>
        <p:spPr>
          <a:xfrm>
            <a:off x="11023628" y="6472081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bg1"/>
                </a:solidFill>
                <a:latin typeface="+mn-lt"/>
              </a:rPr>
              <a:pPr algn="r" defTabSz="914354"/>
              <a:t>‹#›</a:t>
            </a:fld>
            <a:endParaRPr lang="en-US" sz="12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978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Two column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77C9AF-A216-3DEA-BB77-2E439D2AF9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49" y="1145394"/>
            <a:ext cx="5141499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EBD3-BA51-370E-089C-685236FB00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9349" y="1145394"/>
            <a:ext cx="5141499" cy="546360"/>
          </a:xfrm>
          <a:prstGeom prst="rect">
            <a:avLst/>
          </a:prstGeom>
          <a:solidFill>
            <a:srgbClr val="1BACD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929515E-2055-2175-E62E-60055854BF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3550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87772B36-7FC9-9C9F-7AFF-043B8AB550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20254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Three column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04F7CF-2714-C2AC-12A0-664814616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0" y="1145394"/>
            <a:ext cx="3370888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78DEE-8A93-E08D-AB9F-A58316F752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0556" y="1145394"/>
            <a:ext cx="3370888" cy="546360"/>
          </a:xfrm>
          <a:prstGeom prst="rect">
            <a:avLst/>
          </a:prstGeom>
          <a:solidFill>
            <a:srgbClr val="0556C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49D74C-E975-0A16-A82C-7B510848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214" y="1145394"/>
            <a:ext cx="3370888" cy="546360"/>
          </a:xfrm>
          <a:prstGeom prst="rect">
            <a:avLst/>
          </a:prstGeom>
          <a:solidFill>
            <a:srgbClr val="058EFF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3 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6AD3711-55EE-2B5E-BA43-BC4F34CDE6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3550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9274DF3-5D83-2F77-791B-54D1775412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0556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5AF999-95BA-96ED-764B-623DF6D2634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4214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6298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1625580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Color Palette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E4BAC-C92D-A504-2CB6-A3516CD3FD7D}"/>
              </a:ext>
            </a:extLst>
          </p:cNvPr>
          <p:cNvSpPr txBox="1"/>
          <p:nvPr userDrawn="1"/>
        </p:nvSpPr>
        <p:spPr>
          <a:xfrm>
            <a:off x="430094" y="1798950"/>
            <a:ext cx="5010810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Primary palette, high saturated blue to give the brand a young look along with carefully curated complementary colors to give the brand a crisp and sharp look.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C08BDD-D413-C2E6-E90F-D9A354D3D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93" y="2622944"/>
            <a:ext cx="5415052" cy="3404423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5C5F1E8-C841-FE50-4C75-B714E7CCBB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429" y="2680294"/>
            <a:ext cx="5616344" cy="327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5D1F6-2C67-5459-0B2B-21F891EBC907}"/>
              </a:ext>
            </a:extLst>
          </p:cNvPr>
          <p:cNvSpPr txBox="1"/>
          <p:nvPr userDrawn="1"/>
        </p:nvSpPr>
        <p:spPr>
          <a:xfrm>
            <a:off x="430094" y="1220776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Primary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977B-CE5E-A77E-84EC-264BAD087D96}"/>
              </a:ext>
            </a:extLst>
          </p:cNvPr>
          <p:cNvSpPr txBox="1"/>
          <p:nvPr userDrawn="1"/>
        </p:nvSpPr>
        <p:spPr>
          <a:xfrm>
            <a:off x="6169115" y="1791312"/>
            <a:ext cx="534399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0">
                <a:effectLst/>
                <a:latin typeface="+mn-lt"/>
              </a:rPr>
              <a:t>Secondary palette comprising of more neutral shade that gets the balance right complementing our vibrant primary colors. </a:t>
            </a:r>
            <a:endParaRPr lang="en-US" sz="140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3CA85-25DA-B98B-9301-8F17819B94B9}"/>
              </a:ext>
            </a:extLst>
          </p:cNvPr>
          <p:cNvSpPr txBox="1"/>
          <p:nvPr userDrawn="1"/>
        </p:nvSpPr>
        <p:spPr>
          <a:xfrm>
            <a:off x="6169116" y="1213138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BACDD"/>
                </a:solidFill>
                <a:effectLst/>
                <a:latin typeface="+mn-lt"/>
              </a:rPr>
              <a:t>Secondary </a:t>
            </a:r>
          </a:p>
        </p:txBody>
      </p:sp>
    </p:spTree>
    <p:extLst>
      <p:ext uri="{BB962C8B-B14F-4D97-AF65-F5344CB8AC3E}">
        <p14:creationId xmlns:p14="http://schemas.microsoft.com/office/powerpoint/2010/main" val="2118192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Gradient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A64B2-8035-5894-5039-21E183073D17}"/>
              </a:ext>
            </a:extLst>
          </p:cNvPr>
          <p:cNvSpPr txBox="1"/>
          <p:nvPr userDrawn="1"/>
        </p:nvSpPr>
        <p:spPr>
          <a:xfrm>
            <a:off x="430094" y="3371220"/>
            <a:ext cx="3362417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377" rtl="0" eaLnBrk="1" latinLnBrk="0" hangingPunct="1"/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Gradients generated from the </a:t>
            </a:r>
            <a:r>
              <a:rPr lang="en-US" sz="14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colours</a:t>
            </a:r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three industries ‘Mobility, Sustainability, Tech’ to re-imagine accent language of the brand in whole.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6E889-3C15-5D88-7746-4F4E9087BD6C}"/>
              </a:ext>
            </a:extLst>
          </p:cNvPr>
          <p:cNvSpPr txBox="1"/>
          <p:nvPr userDrawn="1"/>
        </p:nvSpPr>
        <p:spPr>
          <a:xfrm>
            <a:off x="430094" y="2793046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Gradients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FF5EB93-B896-8B1D-CDC9-0D481002D3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069904"/>
            <a:ext cx="4172262" cy="53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2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Fonts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36A5-71D0-7201-7C93-C8372BF10F69}"/>
              </a:ext>
            </a:extLst>
          </p:cNvPr>
          <p:cNvSpPr txBox="1"/>
          <p:nvPr userDrawn="1"/>
        </p:nvSpPr>
        <p:spPr>
          <a:xfrm>
            <a:off x="430094" y="1958851"/>
            <a:ext cx="355729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>
                <a:effectLst/>
                <a:latin typeface="+mn-lt"/>
              </a:rPr>
              <a:t>ABCDEFGHIJKLMNOPQRSTUVWXYZ </a:t>
            </a:r>
            <a:r>
              <a:rPr lang="en-US" sz="1800" err="1">
                <a:effectLst/>
                <a:latin typeface="+mn-lt"/>
              </a:rPr>
              <a:t>abcdefghijklmnopqrstuvwxyz</a:t>
            </a:r>
            <a:r>
              <a:rPr lang="en-US" sz="1800">
                <a:effectLst/>
                <a:latin typeface="+mn-lt"/>
              </a:rPr>
              <a:t> 1234567890</a:t>
            </a:r>
            <a:br>
              <a:rPr lang="en-US" sz="1800">
                <a:effectLst/>
                <a:latin typeface="+mn-lt"/>
              </a:rPr>
            </a:br>
            <a:r>
              <a:rPr lang="en-US" sz="1800">
                <a:effectLst/>
                <a:latin typeface="+mn-lt"/>
              </a:rPr>
              <a:t>(.,;:”!@#$%^&amp;*_-) </a:t>
            </a:r>
            <a:endParaRPr lang="en-US" sz="14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E749B-09F0-C37E-F4AD-E390AD9972FF}"/>
              </a:ext>
            </a:extLst>
          </p:cNvPr>
          <p:cNvSpPr txBox="1"/>
          <p:nvPr userDrawn="1"/>
        </p:nvSpPr>
        <p:spPr>
          <a:xfrm>
            <a:off x="430094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Calibri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11A60-57BC-402A-04E7-9F8A6BA453C0}"/>
              </a:ext>
            </a:extLst>
          </p:cNvPr>
          <p:cNvSpPr txBox="1"/>
          <p:nvPr userDrawn="1"/>
        </p:nvSpPr>
        <p:spPr>
          <a:xfrm>
            <a:off x="460600" y="4267335"/>
            <a:ext cx="394650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>
                <a:effectLst/>
                <a:latin typeface="+mn-lt"/>
              </a:rPr>
              <a:t>ABCDEFGHIJKLMNOPQRSTUVWXYZ </a:t>
            </a:r>
            <a:r>
              <a:rPr lang="en-US" sz="1800" b="1" err="1">
                <a:effectLst/>
                <a:latin typeface="+mn-lt"/>
              </a:rPr>
              <a:t>abcdefghijklmnopqrstuvwxyz</a:t>
            </a:r>
            <a:r>
              <a:rPr lang="en-US" sz="1800" b="1">
                <a:effectLst/>
                <a:latin typeface="+mn-lt"/>
              </a:rPr>
              <a:t> 1234567890</a:t>
            </a:r>
            <a:br>
              <a:rPr lang="en-US" sz="1800" b="1">
                <a:effectLst/>
                <a:latin typeface="+mn-lt"/>
              </a:rPr>
            </a:br>
            <a:r>
              <a:rPr lang="en-US" sz="1800" b="1">
                <a:effectLst/>
                <a:latin typeface="+mn-lt"/>
              </a:rPr>
              <a:t>(.,;:”!@#$%^&amp;*_-) </a:t>
            </a:r>
            <a:endParaRPr lang="en-US" sz="14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058A-92C2-FA75-14CD-084E86CD5B5D}"/>
              </a:ext>
            </a:extLst>
          </p:cNvPr>
          <p:cNvSpPr txBox="1"/>
          <p:nvPr userDrawn="1"/>
        </p:nvSpPr>
        <p:spPr>
          <a:xfrm>
            <a:off x="460600" y="3764111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9AADB"/>
                </a:solidFill>
                <a:effectLst/>
                <a:latin typeface="+mn-lt"/>
              </a:rPr>
              <a:t>Calibri  bold </a:t>
            </a:r>
            <a:endParaRPr lang="en-US" sz="3000" b="1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1F42-A8DC-2B34-325C-9B51C690F306}"/>
              </a:ext>
            </a:extLst>
          </p:cNvPr>
          <p:cNvSpPr txBox="1"/>
          <p:nvPr userDrawn="1"/>
        </p:nvSpPr>
        <p:spPr>
          <a:xfrm>
            <a:off x="5265384" y="1958851"/>
            <a:ext cx="459814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/>
              <a:t>Calibri font (body) </a:t>
            </a:r>
            <a:r>
              <a:rPr lang="en-US" sz="1800"/>
              <a:t>should be used. Body text color should be </a:t>
            </a:r>
            <a:r>
              <a:rPr lang="en-US" sz="1800" b="1"/>
              <a:t>Black</a:t>
            </a:r>
            <a:r>
              <a:rPr lang="en-US" sz="1800"/>
              <a:t>.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B35D-5D74-987B-F947-B682AC690AB5}"/>
              </a:ext>
            </a:extLst>
          </p:cNvPr>
          <p:cNvSpPr txBox="1"/>
          <p:nvPr userDrawn="1"/>
        </p:nvSpPr>
        <p:spPr>
          <a:xfrm>
            <a:off x="5265385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D2A54-8DB1-0FEF-A6D4-66134191395B}"/>
              </a:ext>
            </a:extLst>
          </p:cNvPr>
          <p:cNvSpPr txBox="1"/>
          <p:nvPr userDrawn="1"/>
        </p:nvSpPr>
        <p:spPr>
          <a:xfrm>
            <a:off x="5265384" y="3622982"/>
            <a:ext cx="4598143" cy="6951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Title text size: 32 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Other Text Boxes text size :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02C8-BA6B-1ADB-FF39-AE0043EFC556}"/>
              </a:ext>
            </a:extLst>
          </p:cNvPr>
          <p:cNvSpPr txBox="1"/>
          <p:nvPr userDrawn="1"/>
        </p:nvSpPr>
        <p:spPr>
          <a:xfrm>
            <a:off x="5265385" y="3044808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Title Slide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72EAC-99AF-8A35-9829-8A84297F3122}"/>
              </a:ext>
            </a:extLst>
          </p:cNvPr>
          <p:cNvSpPr txBox="1"/>
          <p:nvPr userDrawn="1"/>
        </p:nvSpPr>
        <p:spPr>
          <a:xfrm>
            <a:off x="5265384" y="5198139"/>
            <a:ext cx="6571472" cy="9444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Ideal font size 16. Minimum font size can be 8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Minimum 0.5 cm of space should be left blank on either sides. These are pre-defined in the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EB49-DBBA-C54B-EF52-B54743FA7553}"/>
              </a:ext>
            </a:extLst>
          </p:cNvPr>
          <p:cNvSpPr txBox="1"/>
          <p:nvPr userDrawn="1"/>
        </p:nvSpPr>
        <p:spPr>
          <a:xfrm>
            <a:off x="5265385" y="4619965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Content Slide</a:t>
            </a:r>
          </a:p>
        </p:txBody>
      </p:sp>
    </p:spTree>
    <p:extLst>
      <p:ext uri="{BB962C8B-B14F-4D97-AF65-F5344CB8AC3E}">
        <p14:creationId xmlns:p14="http://schemas.microsoft.com/office/powerpoint/2010/main" val="3134998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7353" y="1696469"/>
            <a:ext cx="3777295" cy="35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07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5946325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 Usage Guideline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299601"/>
            <a:ext cx="1972966" cy="183018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D29356C-3545-F8F8-3925-419BCF60C8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910" y="4392059"/>
            <a:ext cx="1571983" cy="145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8CEB3-AD86-4BFE-56F0-1CA160CC4E0F}"/>
              </a:ext>
            </a:extLst>
          </p:cNvPr>
          <p:cNvSpPr txBox="1"/>
          <p:nvPr userDrawn="1"/>
        </p:nvSpPr>
        <p:spPr>
          <a:xfrm>
            <a:off x="2698564" y="1808033"/>
            <a:ext cx="877906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/>
              <a:t>First, choose the Brand Motif. Next, draw a rectangle over it. Then, select both the motif and the rectangle. After that, navigate to the </a:t>
            </a:r>
            <a:r>
              <a:rPr lang="en-US" sz="1800" b="1"/>
              <a:t>shape format </a:t>
            </a:r>
            <a:r>
              <a:rPr lang="en-US" sz="1800" b="0"/>
              <a:t>options. From there, choose to </a:t>
            </a:r>
            <a:r>
              <a:rPr lang="en-US" sz="1800" b="1"/>
              <a:t>merge shapes </a:t>
            </a:r>
            <a:r>
              <a:rPr lang="en-US" sz="1800" b="0"/>
              <a:t>option and then select the </a:t>
            </a:r>
            <a:r>
              <a:rPr lang="en-US" sz="1800" b="1"/>
              <a:t>subtract</a:t>
            </a:r>
            <a:r>
              <a:rPr lang="en-US" sz="1800" b="0"/>
              <a:t> option.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2CADD-887E-AD4F-C4AB-C2D6A0AAFCFF}"/>
              </a:ext>
            </a:extLst>
          </p:cNvPr>
          <p:cNvSpPr txBox="1"/>
          <p:nvPr userDrawn="1"/>
        </p:nvSpPr>
        <p:spPr>
          <a:xfrm>
            <a:off x="2710312" y="1299601"/>
            <a:ext cx="902108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What is the process for cropping a section of a Motif in order to properly align text within it?</a:t>
            </a:r>
            <a:endParaRPr lang="en-US" sz="1400" b="1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417DF-986C-CC28-E121-34AEF7A97197}"/>
              </a:ext>
            </a:extLst>
          </p:cNvPr>
          <p:cNvSpPr/>
          <p:nvPr userDrawn="1"/>
        </p:nvSpPr>
        <p:spPr>
          <a:xfrm>
            <a:off x="1054902" y="4869307"/>
            <a:ext cx="895968" cy="50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AADCC8-7DB8-1A43-BB81-A9BE745AE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3954" r="50342" b="81083"/>
          <a:stretch/>
        </p:blipFill>
        <p:spPr>
          <a:xfrm>
            <a:off x="3593752" y="4258732"/>
            <a:ext cx="1723105" cy="1297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2C84CA-32E1-3CC5-6311-D253E64B04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r="72135" b="73524"/>
          <a:stretch/>
        </p:blipFill>
        <p:spPr>
          <a:xfrm>
            <a:off x="6782905" y="4211804"/>
            <a:ext cx="3057525" cy="18157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77322-66F5-B1D4-800A-30AA8353AFE8}"/>
              </a:ext>
            </a:extLst>
          </p:cNvPr>
          <p:cNvSpPr txBox="1"/>
          <p:nvPr userDrawn="1"/>
        </p:nvSpPr>
        <p:spPr>
          <a:xfrm>
            <a:off x="440622" y="3429000"/>
            <a:ext cx="2314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01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Draw rectangle over Motif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BE6DD-DC95-A3B0-6623-7E6B28995488}"/>
              </a:ext>
            </a:extLst>
          </p:cNvPr>
          <p:cNvSpPr txBox="1"/>
          <p:nvPr userDrawn="1"/>
        </p:nvSpPr>
        <p:spPr>
          <a:xfrm>
            <a:off x="2783115" y="3429000"/>
            <a:ext cx="3797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02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Select Motif and rectangle Go to Shape Format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1B2DA-3CB9-D6E7-DD9C-11A106A84215}"/>
              </a:ext>
            </a:extLst>
          </p:cNvPr>
          <p:cNvSpPr txBox="1"/>
          <p:nvPr userDrawn="1"/>
        </p:nvSpPr>
        <p:spPr>
          <a:xfrm>
            <a:off x="6614334" y="3429000"/>
            <a:ext cx="322609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03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Go to Merge Shape and select Subtract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221101D-FDFC-86AA-1D83-7109BC56F5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089684" y="4097839"/>
            <a:ext cx="1571983" cy="1458221"/>
          </a:xfrm>
          <a:custGeom>
            <a:avLst/>
            <a:gdLst>
              <a:gd name="connsiteX0" fmla="*/ 0 w 1571983"/>
              <a:gd name="connsiteY0" fmla="*/ 0 h 1458221"/>
              <a:gd name="connsiteX1" fmla="*/ 1571983 w 1571983"/>
              <a:gd name="connsiteY1" fmla="*/ 0 h 1458221"/>
              <a:gd name="connsiteX2" fmla="*/ 1571983 w 1571983"/>
              <a:gd name="connsiteY2" fmla="*/ 477248 h 1458221"/>
              <a:gd name="connsiteX3" fmla="*/ 785992 w 1571983"/>
              <a:gd name="connsiteY3" fmla="*/ 477248 h 1458221"/>
              <a:gd name="connsiteX4" fmla="*/ 785992 w 1571983"/>
              <a:gd name="connsiteY4" fmla="*/ 980971 h 1458221"/>
              <a:gd name="connsiteX5" fmla="*/ 1571983 w 1571983"/>
              <a:gd name="connsiteY5" fmla="*/ 980971 h 1458221"/>
              <a:gd name="connsiteX6" fmla="*/ 1571983 w 1571983"/>
              <a:gd name="connsiteY6" fmla="*/ 1458221 h 1458221"/>
              <a:gd name="connsiteX7" fmla="*/ 0 w 1571983"/>
              <a:gd name="connsiteY7" fmla="*/ 1458221 h 145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1983" h="1458221">
                <a:moveTo>
                  <a:pt x="0" y="0"/>
                </a:moveTo>
                <a:lnTo>
                  <a:pt x="1571983" y="0"/>
                </a:lnTo>
                <a:lnTo>
                  <a:pt x="1571983" y="477248"/>
                </a:lnTo>
                <a:lnTo>
                  <a:pt x="785992" y="477248"/>
                </a:lnTo>
                <a:lnTo>
                  <a:pt x="785992" y="980971"/>
                </a:lnTo>
                <a:lnTo>
                  <a:pt x="1571983" y="980971"/>
                </a:lnTo>
                <a:lnTo>
                  <a:pt x="1571983" y="1458221"/>
                </a:lnTo>
                <a:lnTo>
                  <a:pt x="0" y="1458221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7E6E2C-1FBA-DF67-4866-A2EB5D9769B8}"/>
              </a:ext>
            </a:extLst>
          </p:cNvPr>
          <p:cNvSpPr txBox="1"/>
          <p:nvPr userDrawn="1"/>
        </p:nvSpPr>
        <p:spPr>
          <a:xfrm>
            <a:off x="9874574" y="3429000"/>
            <a:ext cx="200220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C0199D-0C75-32FD-6B39-C4ACF7E20AD7}"/>
              </a:ext>
            </a:extLst>
          </p:cNvPr>
          <p:cNvCxnSpPr>
            <a:cxnSpLocks/>
          </p:cNvCxnSpPr>
          <p:nvPr userDrawn="1"/>
        </p:nvCxnSpPr>
        <p:spPr>
          <a:xfrm>
            <a:off x="2433566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3A277-F1EB-31D3-399B-7E9FB38A2036}"/>
              </a:ext>
            </a:extLst>
          </p:cNvPr>
          <p:cNvCxnSpPr>
            <a:cxnSpLocks/>
          </p:cNvCxnSpPr>
          <p:nvPr userDrawn="1"/>
        </p:nvCxnSpPr>
        <p:spPr>
          <a:xfrm>
            <a:off x="5436358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F6D842-5E3D-CD6D-36B8-A73EC287289A}"/>
              </a:ext>
            </a:extLst>
          </p:cNvPr>
          <p:cNvCxnSpPr>
            <a:cxnSpLocks/>
          </p:cNvCxnSpPr>
          <p:nvPr userDrawn="1"/>
        </p:nvCxnSpPr>
        <p:spPr>
          <a:xfrm>
            <a:off x="8779633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1900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Brand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B490D-5629-C016-B97D-AD41DACAE2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2B322-22A7-99FB-B545-F5219FFB4846}"/>
              </a:ext>
            </a:extLst>
          </p:cNvPr>
          <p:cNvSpPr txBox="1"/>
          <p:nvPr userDrawn="1"/>
        </p:nvSpPr>
        <p:spPr>
          <a:xfrm>
            <a:off x="6670624" y="296733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/>
              <a:t>One or more emphasizing element is marked in corporate color palette with brand dark blue or white as the rest. </a:t>
            </a:r>
          </a:p>
        </p:txBody>
      </p:sp>
    </p:spTree>
    <p:extLst>
      <p:ext uri="{BB962C8B-B14F-4D97-AF65-F5344CB8AC3E}">
        <p14:creationId xmlns:p14="http://schemas.microsoft.com/office/powerpoint/2010/main" val="3640019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Mobl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Mobility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A34AC5-3407-E31A-4BD6-234AF7B639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E316A-8F40-E371-625D-DEEDC6973BAE}"/>
              </a:ext>
            </a:extLst>
          </p:cNvPr>
          <p:cNvSpPr txBox="1"/>
          <p:nvPr userDrawn="1"/>
        </p:nvSpPr>
        <p:spPr>
          <a:xfrm>
            <a:off x="6670624" y="325214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absolute blue with brand dark blue or white as the rest.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05252-EE33-D0B1-783E-F4C3E04451CC}"/>
              </a:ext>
            </a:extLst>
          </p:cNvPr>
          <p:cNvSpPr txBox="1"/>
          <p:nvPr userDrawn="1"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0749C6"/>
                </a:solidFill>
                <a:effectLst/>
                <a:latin typeface="+mn-lt"/>
              </a:rPr>
              <a:t>Mobility </a:t>
            </a:r>
            <a:endParaRPr lang="en-US" sz="30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2902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Sustainability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BA5DED-B8D0-DD36-1D16-D3C48E7B8C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C3FB-F9BA-987C-304C-44C3753E3455}"/>
              </a:ext>
            </a:extLst>
          </p:cNvPr>
          <p:cNvSpPr txBox="1"/>
          <p:nvPr userDrawn="1"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green with brand dark blue or white as the rest. </a:t>
            </a:r>
            <a:endParaRPr lang="en-US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0031-8FCE-ACC4-77C4-7361B0B3EFBA}"/>
              </a:ext>
            </a:extLst>
          </p:cNvPr>
          <p:cNvSpPr txBox="1"/>
          <p:nvPr userDrawn="1"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74BF43"/>
                </a:solidFill>
                <a:effectLst/>
                <a:latin typeface="+mn-lt"/>
              </a:rPr>
              <a:t>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1540927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Tech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0A2DEB5-CAF5-D6D8-F05D-6C4921E62E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780665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9B1A1-5BC3-057F-FD8E-665DA5D841AF}"/>
              </a:ext>
            </a:extLst>
          </p:cNvPr>
          <p:cNvSpPr txBox="1"/>
          <p:nvPr userDrawn="1"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metallic yellow with brand dark blue or white as the 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7C731-AA28-2FC1-18D9-C9C5EB881A1F}"/>
              </a:ext>
            </a:extLst>
          </p:cNvPr>
          <p:cNvSpPr txBox="1"/>
          <p:nvPr userDrawn="1"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chemeClr val="accent3"/>
                </a:solidFill>
                <a:effectLst/>
                <a:latin typeface="+mn-lt"/>
              </a:rPr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2607835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curved lines on a black background&#10;&#10;Description automatically generated">
            <a:extLst>
              <a:ext uri="{FF2B5EF4-FFF2-40B4-BE49-F238E27FC236}">
                <a16:creationId xmlns:a16="http://schemas.microsoft.com/office/drawing/2014/main" id="{7F6AB018-62ED-7948-EF17-C34E8B9BD0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35" y="2766219"/>
            <a:ext cx="1076213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breaker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A85C3D-8965-4C0B-821E-A3181C1766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90D212-6B29-73EE-B5AB-6507C30F5F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7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959" y="2772942"/>
            <a:ext cx="1052008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FFB807-E607-06F9-C20B-E41EBBD64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C14DAF-0D96-1267-E025-E593314D41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72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7DB477A9-5F30-05C0-9104-373059D594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55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E5F144-FD93-46D2-86DD-9084297597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88DA8-8EBA-4BCE-9633-2C0857E9F3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9700" y="6472237"/>
            <a:ext cx="4273668" cy="2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9" tIns="45719" rIns="91439" bIns="45719"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chemeClr val="bg1"/>
                </a:solidFill>
              </a:rPr>
              <a:t>Restricted Circulation | L&amp;T Technology Services | www.LTTS.com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B49F5-E435-4B4D-9CA2-3680C291E4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37937" y="6472237"/>
            <a:ext cx="614363" cy="2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19" rIns="91439" bIns="45719"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defRPr/>
            </a:pPr>
            <a:fld id="{8FD96EFD-9EF5-4977-848E-76E32F9AE7EB}" type="slidenum">
              <a:rPr lang="en-US" altLang="en-US" sz="1200" smtClean="0">
                <a:solidFill>
                  <a:schemeClr val="bg1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63007C-3505-4E27-814C-E0930C77741F}"/>
              </a:ext>
            </a:extLst>
          </p:cNvPr>
          <p:cNvCxnSpPr>
            <a:cxnSpLocks/>
          </p:cNvCxnSpPr>
          <p:nvPr userDrawn="1"/>
        </p:nvCxnSpPr>
        <p:spPr>
          <a:xfrm>
            <a:off x="263525" y="6356351"/>
            <a:ext cx="4017963" cy="0"/>
          </a:xfrm>
          <a:prstGeom prst="line">
            <a:avLst/>
          </a:prstGeom>
          <a:ln>
            <a:solidFill>
              <a:srgbClr val="773D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8">
            <a:extLst>
              <a:ext uri="{FF2B5EF4-FFF2-40B4-BE49-F238E27FC236}">
                <a16:creationId xmlns:a16="http://schemas.microsoft.com/office/drawing/2014/main" id="{AC8C48F6-14ED-4A46-B3BD-3305F9CB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49" y="172721"/>
            <a:ext cx="9662652" cy="460959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lang="en-IN" sz="28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41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roup 280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163" name="Straight Connector 162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52660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100" name="Straight Connector 99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Chart Diagram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4" name="Chart Placeholder 3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332318" y="776818"/>
            <a:ext cx="11527367" cy="58039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IN" dirty="0"/>
              <a:t>Click icon to add a chart</a:t>
            </a:r>
          </a:p>
        </p:txBody>
      </p:sp>
    </p:spTree>
    <p:extLst>
      <p:ext uri="{BB962C8B-B14F-4D97-AF65-F5344CB8AC3E}">
        <p14:creationId xmlns:p14="http://schemas.microsoft.com/office/powerpoint/2010/main" val="2051237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AF73541-B415-9FCA-5C11-836A8EFE1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379" y="1240151"/>
            <a:ext cx="11235421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B1CFF-1E57-3907-DE1F-902FF9245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FB8498-7694-6564-5B20-A2BAE2DBB53F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371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84349F-C129-6666-72CE-D99F54804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80" y="1495964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7C63E7BB-3AB5-5E6D-B902-402107FD0B8A}"/>
              </a:ext>
            </a:extLst>
          </p:cNvPr>
          <p:cNvSpPr/>
          <p:nvPr userDrawn="1"/>
        </p:nvSpPr>
        <p:spPr>
          <a:xfrm>
            <a:off x="7964872" y="2617386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C36504E1-F7CB-348E-2D51-17D86EA40761}"/>
              </a:ext>
            </a:extLst>
          </p:cNvPr>
          <p:cNvSpPr/>
          <p:nvPr userDrawn="1"/>
        </p:nvSpPr>
        <p:spPr>
          <a:xfrm>
            <a:off x="9162560" y="2617386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7" name="Freeform: Shape 7">
            <a:extLst>
              <a:ext uri="{FF2B5EF4-FFF2-40B4-BE49-F238E27FC236}">
                <a16:creationId xmlns:a16="http://schemas.microsoft.com/office/drawing/2014/main" id="{858946DA-4086-0451-04C1-884B540C695E}"/>
              </a:ext>
            </a:extLst>
          </p:cNvPr>
          <p:cNvSpPr/>
          <p:nvPr userDrawn="1"/>
        </p:nvSpPr>
        <p:spPr>
          <a:xfrm>
            <a:off x="6440166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FFFFFF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8" name="Freeform: Shape 8">
            <a:extLst>
              <a:ext uri="{FF2B5EF4-FFF2-40B4-BE49-F238E27FC236}">
                <a16:creationId xmlns:a16="http://schemas.microsoft.com/office/drawing/2014/main" id="{C4A92F02-9D40-5C93-35A2-F3C0B89D5EBD}"/>
              </a:ext>
            </a:extLst>
          </p:cNvPr>
          <p:cNvSpPr/>
          <p:nvPr userDrawn="1"/>
        </p:nvSpPr>
        <p:spPr>
          <a:xfrm>
            <a:off x="7964872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grpSp>
        <p:nvGrpSpPr>
          <p:cNvPr id="9" name="Graphic 3">
            <a:extLst>
              <a:ext uri="{FF2B5EF4-FFF2-40B4-BE49-F238E27FC236}">
                <a16:creationId xmlns:a16="http://schemas.microsoft.com/office/drawing/2014/main" id="{E4FB73FE-3CCA-28DE-46D8-5A782687DB50}"/>
              </a:ext>
            </a:extLst>
          </p:cNvPr>
          <p:cNvGrpSpPr/>
          <p:nvPr userDrawn="1"/>
        </p:nvGrpSpPr>
        <p:grpSpPr>
          <a:xfrm>
            <a:off x="9162510" y="3815075"/>
            <a:ext cx="2432663" cy="2432663"/>
            <a:chOff x="2979456" y="3873439"/>
            <a:chExt cx="1770205" cy="1770205"/>
          </a:xfrm>
        </p:grpSpPr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FDE5354C-77AA-1FD1-A69B-125022F6EA82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solidFill>
              <a:srgbClr val="FFFFFF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1"/>
            </a:p>
          </p:txBody>
        </p:sp>
        <p:sp>
          <p:nvSpPr>
            <p:cNvPr id="11" name="Freeform: Shape 19">
              <a:extLst>
                <a:ext uri="{FF2B5EF4-FFF2-40B4-BE49-F238E27FC236}">
                  <a16:creationId xmlns:a16="http://schemas.microsoft.com/office/drawing/2014/main" id="{04B7E845-A73A-9487-B3AC-B2BBB8DBAF46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1"/>
            </a:p>
          </p:txBody>
        </p:sp>
      </p:grpSp>
      <p:sp>
        <p:nvSpPr>
          <p:cNvPr id="12" name="Freeform: Shape 10">
            <a:extLst>
              <a:ext uri="{FF2B5EF4-FFF2-40B4-BE49-F238E27FC236}">
                <a16:creationId xmlns:a16="http://schemas.microsoft.com/office/drawing/2014/main" id="{1096DCFC-C00B-F000-C1B5-589798247066}"/>
              </a:ext>
            </a:extLst>
          </p:cNvPr>
          <p:cNvSpPr/>
          <p:nvPr userDrawn="1"/>
        </p:nvSpPr>
        <p:spPr>
          <a:xfrm>
            <a:off x="9162509" y="1092681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FFFFFF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79C4457A-BE47-2D23-F60F-E764AE46260A}"/>
              </a:ext>
            </a:extLst>
          </p:cNvPr>
          <p:cNvSpPr/>
          <p:nvPr userDrawn="1"/>
        </p:nvSpPr>
        <p:spPr>
          <a:xfrm>
            <a:off x="6440166" y="1092681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FFFFFF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EA49892-E75D-003B-61F9-7CF34B8BF8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B652BE6-289C-58B6-4DA0-2EB701E8E07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085DD859-A1FB-2E66-5EE6-DEAB5934B9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065B4E04-E8DA-3F86-AC43-1964D9ADC5A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9392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03D6D9E-FA47-633E-69C3-046B357AEC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380" y="1240152"/>
            <a:ext cx="11235421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86995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59008247-9F77-9210-4624-46F9D72FD9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081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565234-79ED-EA4B-4DF1-B74DF44C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1579" y="162219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80623EE-1C49-6FBD-980E-952FF29794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3" y="162219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D941E4D-9A8C-6DE6-F2F1-AE06A2A4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51579" y="236787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798B33DB-ACF1-5019-41C9-0B0BB978A3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433" y="23678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9D71781-5D6F-BE23-39CD-92CE4BF490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46124" y="311819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DF04471C-C0C9-9BA0-4022-EEC00A6589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978" y="311819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9B9FAEF-2B3D-19F0-E898-109B1DF5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6124" y="386387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9">
            <a:extLst>
              <a:ext uri="{FF2B5EF4-FFF2-40B4-BE49-F238E27FC236}">
                <a16:creationId xmlns:a16="http://schemas.microsoft.com/office/drawing/2014/main" id="{9E419D21-2BB7-FDD4-2D06-A60C781F23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978" y="386387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63B2118-6AD0-673E-4018-789C34AE38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20146" y="4636515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C8AE2EF7-3214-44BB-0A70-5447DA425C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3000" y="4636515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80E41B5-23E6-838E-6193-7D0BE7A042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20146" y="5393977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71403852-7822-1472-E0FE-6395E3292B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000" y="53939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5BA37C79-117E-EAFA-0437-6FF7377EF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A11A5F-046F-1162-8E74-2ED4AF297222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0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26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9370DF6C-9269-8428-5E5B-18C0A805FD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2297" y="0"/>
            <a:ext cx="3425850" cy="632684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8016809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205C-1567-9FA3-6293-D586C20FB4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3550" y="1136650"/>
            <a:ext cx="7543800" cy="5045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B15C-D830-ED32-C760-5A4A2DA8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58A13-E354-80D4-3CDF-0E089C009C19}"/>
              </a:ext>
            </a:extLst>
          </p:cNvPr>
          <p:cNvSpPr/>
          <p:nvPr/>
        </p:nvSpPr>
        <p:spPr>
          <a:xfrm>
            <a:off x="460600" y="830468"/>
            <a:ext cx="754380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849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CD9221-7207-3E34-612E-00A95D782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79" y="1495963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reeform: Shape 4">
            <a:extLst>
              <a:ext uri="{FF2B5EF4-FFF2-40B4-BE49-F238E27FC236}">
                <a16:creationId xmlns:a16="http://schemas.microsoft.com/office/drawing/2014/main" id="{0FE3AEBB-EE1B-2785-DE65-26BA92B477A2}"/>
              </a:ext>
            </a:extLst>
          </p:cNvPr>
          <p:cNvSpPr/>
          <p:nvPr/>
        </p:nvSpPr>
        <p:spPr>
          <a:xfrm>
            <a:off x="7964871" y="2617385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6">
            <a:extLst>
              <a:ext uri="{FF2B5EF4-FFF2-40B4-BE49-F238E27FC236}">
                <a16:creationId xmlns:a16="http://schemas.microsoft.com/office/drawing/2014/main" id="{237CEC14-F9EA-5671-74A5-62D60CA84D57}"/>
              </a:ext>
            </a:extLst>
          </p:cNvPr>
          <p:cNvSpPr/>
          <p:nvPr/>
        </p:nvSpPr>
        <p:spPr>
          <a:xfrm>
            <a:off x="9162559" y="2617385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7">
            <a:extLst>
              <a:ext uri="{FF2B5EF4-FFF2-40B4-BE49-F238E27FC236}">
                <a16:creationId xmlns:a16="http://schemas.microsoft.com/office/drawing/2014/main" id="{1BE00EBC-5A78-B680-9AC0-6B356B9787BC}"/>
              </a:ext>
            </a:extLst>
          </p:cNvPr>
          <p:cNvSpPr/>
          <p:nvPr/>
        </p:nvSpPr>
        <p:spPr>
          <a:xfrm>
            <a:off x="6440165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0AFD9F20-1D54-08A0-8520-4CF9AFD78AC8}"/>
              </a:ext>
            </a:extLst>
          </p:cNvPr>
          <p:cNvSpPr/>
          <p:nvPr/>
        </p:nvSpPr>
        <p:spPr>
          <a:xfrm>
            <a:off x="7964871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A2D630E5-B9B6-873D-E2F8-B5114E70EC95}"/>
              </a:ext>
            </a:extLst>
          </p:cNvPr>
          <p:cNvGrpSpPr/>
          <p:nvPr/>
        </p:nvGrpSpPr>
        <p:grpSpPr>
          <a:xfrm>
            <a:off x="9162508" y="3815074"/>
            <a:ext cx="2432663" cy="2432663"/>
            <a:chOff x="2979456" y="3873439"/>
            <a:chExt cx="1770205" cy="1770205"/>
          </a:xfrm>
          <a:solidFill>
            <a:srgbClr val="112868"/>
          </a:solidFill>
        </p:grpSpPr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0EC0D9AA-7858-D358-8B21-C930F99EA884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grpFill/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9">
              <a:extLst>
                <a:ext uri="{FF2B5EF4-FFF2-40B4-BE49-F238E27FC236}">
                  <a16:creationId xmlns:a16="http://schemas.microsoft.com/office/drawing/2014/main" id="{F28E7DFB-E0BF-5D01-30C3-76BD84CFC223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rgbClr val="D9D9D9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FA578EC7-751B-9665-0C4A-5342F402CBAF}"/>
              </a:ext>
            </a:extLst>
          </p:cNvPr>
          <p:cNvSpPr/>
          <p:nvPr/>
        </p:nvSpPr>
        <p:spPr>
          <a:xfrm>
            <a:off x="9162507" y="1092679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1">
            <a:extLst>
              <a:ext uri="{FF2B5EF4-FFF2-40B4-BE49-F238E27FC236}">
                <a16:creationId xmlns:a16="http://schemas.microsoft.com/office/drawing/2014/main" id="{61CB2EE3-EBC1-5E9D-F171-1DFF6C86B3BB}"/>
              </a:ext>
            </a:extLst>
          </p:cNvPr>
          <p:cNvSpPr/>
          <p:nvPr/>
        </p:nvSpPr>
        <p:spPr>
          <a:xfrm>
            <a:off x="6440165" y="1092679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2621867-14EA-4782-0CA1-8797BBDB37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D63064F-DC52-C086-9749-2F68FDDD91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8B53E64-9F4F-B9CB-C082-4025FCB275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0E9E251-263F-BC17-F837-65F4CF3AA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7682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Picture Placeholder 37">
            <a:extLst>
              <a:ext uri="{FF2B5EF4-FFF2-40B4-BE49-F238E27FC236}">
                <a16:creationId xmlns:a16="http://schemas.microsoft.com/office/drawing/2014/main" id="{74E9F594-32F8-B0ED-D32D-226BC0D86C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618" y="977038"/>
            <a:ext cx="3584927" cy="53017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762484-E660-13E9-DF50-3440CC059C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4454" y="1136650"/>
            <a:ext cx="7381073" cy="5045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21343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60D3C4-089A-89DF-003F-080875F761D5}"/>
              </a:ext>
            </a:extLst>
          </p:cNvPr>
          <p:cNvSpPr/>
          <p:nvPr/>
        </p:nvSpPr>
        <p:spPr>
          <a:xfrm>
            <a:off x="0" y="5034875"/>
            <a:ext cx="12008146" cy="1202038"/>
          </a:xfrm>
          <a:prstGeom prst="rect">
            <a:avLst/>
          </a:prstGeom>
          <a:solidFill>
            <a:srgbClr val="1128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7">
            <a:extLst>
              <a:ext uri="{FF2B5EF4-FFF2-40B4-BE49-F238E27FC236}">
                <a16:creationId xmlns:a16="http://schemas.microsoft.com/office/drawing/2014/main" id="{5481EE72-E1CE-5B81-0FE1-0F4F0E4E2B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355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59530978-9E15-C6E6-B94A-F280865209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2529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EDD58B23-E1E0-FE80-776D-665CF7432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150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C3116B14-EBED-05EB-D50D-69F3E3EF03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972" y="5155292"/>
            <a:ext cx="10732057" cy="1017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9BDD8AE-6E2A-13F0-22AA-E6D656BC3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1303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3CDBDC34-6B62-EF9F-4A29-2BCDF1E8D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303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F3E660EF-FEA1-BDC5-4E8F-E866E94A7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735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C66D7E4C-100F-91D3-C32D-1EE39C56D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735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F20D8902-62FF-7D88-CFA5-ADBD9085A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50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7FDAAC6-2BBC-9EB8-E070-B6B6C26E6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150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9231875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A485D-92E9-250E-500C-5B1EBBEDFB01}"/>
              </a:ext>
            </a:extLst>
          </p:cNvPr>
          <p:cNvSpPr/>
          <p:nvPr/>
        </p:nvSpPr>
        <p:spPr>
          <a:xfrm>
            <a:off x="6405161" y="1379547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B93DA-FF19-7480-02CF-BAC6E647C44F}"/>
              </a:ext>
            </a:extLst>
          </p:cNvPr>
          <p:cNvSpPr/>
          <p:nvPr/>
        </p:nvSpPr>
        <p:spPr>
          <a:xfrm>
            <a:off x="9369617" y="1379547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E6D67-022B-2F68-D195-D56ACFD8945D}"/>
              </a:ext>
            </a:extLst>
          </p:cNvPr>
          <p:cNvSpPr/>
          <p:nvPr/>
        </p:nvSpPr>
        <p:spPr>
          <a:xfrm>
            <a:off x="3440706" y="1379547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3AC7-6A31-BDCF-D245-CCAA6D2B0AED}"/>
              </a:ext>
            </a:extLst>
          </p:cNvPr>
          <p:cNvSpPr/>
          <p:nvPr/>
        </p:nvSpPr>
        <p:spPr>
          <a:xfrm>
            <a:off x="476250" y="1379547"/>
            <a:ext cx="268942" cy="1295801"/>
          </a:xfrm>
          <a:prstGeom prst="rect">
            <a:avLst/>
          </a:prstGeom>
          <a:solidFill>
            <a:srgbClr val="00A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C10EDC7E-0359-3D2A-09A9-9AE603EF5D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888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E88530A2-A524-9A9E-8412-61341D1B53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07455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39">
            <a:extLst>
              <a:ext uri="{FF2B5EF4-FFF2-40B4-BE49-F238E27FC236}">
                <a16:creationId xmlns:a16="http://schemas.microsoft.com/office/drawing/2014/main" id="{2FF23220-503B-1C2B-C330-2D215232A3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8040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39">
            <a:extLst>
              <a:ext uri="{FF2B5EF4-FFF2-40B4-BE49-F238E27FC236}">
                <a16:creationId xmlns:a16="http://schemas.microsoft.com/office/drawing/2014/main" id="{542B0FB1-9BC6-C2AD-5F4F-2C5459B197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38559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6F96-692E-2EA1-3324-B4C8E5A83385}"/>
              </a:ext>
            </a:extLst>
          </p:cNvPr>
          <p:cNvSpPr/>
          <p:nvPr/>
        </p:nvSpPr>
        <p:spPr>
          <a:xfrm>
            <a:off x="6405161" y="3888185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0C281-7A80-3859-8FD8-120E6955AC3D}"/>
              </a:ext>
            </a:extLst>
          </p:cNvPr>
          <p:cNvSpPr/>
          <p:nvPr/>
        </p:nvSpPr>
        <p:spPr>
          <a:xfrm>
            <a:off x="9369617" y="3888185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37457-CEEA-F5A4-005C-9E1027029CBF}"/>
              </a:ext>
            </a:extLst>
          </p:cNvPr>
          <p:cNvSpPr/>
          <p:nvPr/>
        </p:nvSpPr>
        <p:spPr>
          <a:xfrm>
            <a:off x="3440706" y="3888185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53843-3C2D-4E47-B889-7B1AC1D25AD7}"/>
              </a:ext>
            </a:extLst>
          </p:cNvPr>
          <p:cNvSpPr/>
          <p:nvPr/>
        </p:nvSpPr>
        <p:spPr>
          <a:xfrm>
            <a:off x="476250" y="3888185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9">
            <a:extLst>
              <a:ext uri="{FF2B5EF4-FFF2-40B4-BE49-F238E27FC236}">
                <a16:creationId xmlns:a16="http://schemas.microsoft.com/office/drawing/2014/main" id="{777DCB8F-16C5-7668-1DCB-1C876924789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9888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9">
            <a:extLst>
              <a:ext uri="{FF2B5EF4-FFF2-40B4-BE49-F238E27FC236}">
                <a16:creationId xmlns:a16="http://schemas.microsoft.com/office/drawing/2014/main" id="{D5595B18-A6E1-C375-D23E-877E6E19B6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07455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39">
            <a:extLst>
              <a:ext uri="{FF2B5EF4-FFF2-40B4-BE49-F238E27FC236}">
                <a16:creationId xmlns:a16="http://schemas.microsoft.com/office/drawing/2014/main" id="{1E0832B2-3C20-B791-C1D4-E691E5C920F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68040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3A3D8EEC-017F-1FA8-328E-C28F8A1C52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638559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DF6D5191-895D-9991-838D-F7A63EE78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5084449-FE8B-9D43-E1F9-0B7C9F816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26B23555-AA5D-7E55-B76F-8D4B85BAF4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3817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AC43175D-A00E-2CBC-D858-1992E33674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33817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2E634C-A879-8E4C-FFD5-0062020CE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5161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B3A12C8D-E2F9-7841-A3C6-215DF53628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5161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11E27E-F517-176E-C8FF-195FAB3E55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76505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7C021CE-8394-EC44-09A0-75AAB820C5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6505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4AD4AEA6-EB0F-1F36-BC9A-CB2E9F9365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6250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3791200-B83C-FAD7-2C0A-5F5FE2208E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6250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C6C40406-AA4F-D40C-4855-582615089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33817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8A78B42-7627-33F1-C6E3-33BD58FD700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33817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42A2C28-5611-5B9D-F2AE-5919B00419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5161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96EC3FAF-DAE1-5F10-E740-5DDE107382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5161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B9D3EEFC-816B-50BA-892E-35DC675707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76505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4E757D15-661F-FA3A-2CF1-971D29426B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6505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337602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15A-D2CC-6436-F372-45F79FF54E8E}"/>
              </a:ext>
            </a:extLst>
          </p:cNvPr>
          <p:cNvSpPr/>
          <p:nvPr/>
        </p:nvSpPr>
        <p:spPr>
          <a:xfrm>
            <a:off x="8088140" y="0"/>
            <a:ext cx="4103860" cy="6858000"/>
          </a:xfrm>
          <a:prstGeom prst="rect">
            <a:avLst/>
          </a:prstGeom>
          <a:solidFill>
            <a:srgbClr val="112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CE4030-2D6D-D413-9F8B-27838FA2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77957" y="3869367"/>
            <a:ext cx="3220129" cy="2340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5" name="Picture Placeholder 39">
            <a:extLst>
              <a:ext uri="{FF2B5EF4-FFF2-40B4-BE49-F238E27FC236}">
                <a16:creationId xmlns:a16="http://schemas.microsoft.com/office/drawing/2014/main" id="{D4C1FD55-35CF-876E-0E35-B7920688AEF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12270" y="0"/>
            <a:ext cx="4079730" cy="3334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B61713-7D96-4170-9FB1-4A12EE4200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9379" y="1542004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B3DF79-7CF4-F274-802C-337F341EEC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379" y="24241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CC9099-7C34-FDE5-EE20-A7F7EA9B68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9379" y="33565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0FD3E9-688C-3E10-038D-43D8E10A88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379" y="4238658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67D0C-BFA4-F19A-3B7F-F2AD08B164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99379" y="5120785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A426-4C89-6842-B3BC-54B7B6A251EE}"/>
              </a:ext>
            </a:extLst>
          </p:cNvPr>
          <p:cNvSpPr txBox="1"/>
          <p:nvPr/>
        </p:nvSpPr>
        <p:spPr>
          <a:xfrm>
            <a:off x="11023628" y="6472081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bg1"/>
                </a:solidFill>
                <a:latin typeface="+mn-lt"/>
              </a:rPr>
              <a:pPr algn="r" defTabSz="914354"/>
              <a:t>‹#›</a:t>
            </a:fld>
            <a:endParaRPr lang="en-US" sz="12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90676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Two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77C9AF-A216-3DEA-BB77-2E439D2AF9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49" y="1145394"/>
            <a:ext cx="5141499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EBD3-BA51-370E-089C-685236FB00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9349" y="1145394"/>
            <a:ext cx="5141499" cy="546360"/>
          </a:xfrm>
          <a:prstGeom prst="rect">
            <a:avLst/>
          </a:prstGeom>
          <a:solidFill>
            <a:srgbClr val="1BACD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929515E-2055-2175-E62E-60055854BF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3550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87772B36-7FC9-9C9F-7AFF-043B8AB550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20254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5336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Three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04F7CF-2714-C2AC-12A0-664814616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0" y="1145394"/>
            <a:ext cx="3370888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78DEE-8A93-E08D-AB9F-A58316F752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0556" y="1145394"/>
            <a:ext cx="3370888" cy="546360"/>
          </a:xfrm>
          <a:prstGeom prst="rect">
            <a:avLst/>
          </a:prstGeom>
          <a:solidFill>
            <a:srgbClr val="0556C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49D74C-E975-0A16-A82C-7B510848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214" y="1145394"/>
            <a:ext cx="3370888" cy="546360"/>
          </a:xfrm>
          <a:prstGeom prst="rect">
            <a:avLst/>
          </a:prstGeom>
          <a:solidFill>
            <a:srgbClr val="058EFF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3 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6AD3711-55EE-2B5E-BA43-BC4F34CDE6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3550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9274DF3-5D83-2F77-791B-54D1775412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0556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5AF999-95BA-96ED-764B-623DF6D2634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4214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03214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33662086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Color Palette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E4BAC-C92D-A504-2CB6-A3516CD3FD7D}"/>
              </a:ext>
            </a:extLst>
          </p:cNvPr>
          <p:cNvSpPr txBox="1"/>
          <p:nvPr/>
        </p:nvSpPr>
        <p:spPr>
          <a:xfrm>
            <a:off x="430094" y="1798950"/>
            <a:ext cx="5010810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Primary palette, high saturated blue to give the brand a young look along with carefully curated complementary colors to give the brand a crisp and sharp look.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C08BDD-D413-C2E6-E90F-D9A354D3D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93" y="2622944"/>
            <a:ext cx="5415052" cy="3404423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5C5F1E8-C841-FE50-4C75-B714E7CCBB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429" y="2680294"/>
            <a:ext cx="5616344" cy="327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5D1F6-2C67-5459-0B2B-21F891EBC907}"/>
              </a:ext>
            </a:extLst>
          </p:cNvPr>
          <p:cNvSpPr txBox="1"/>
          <p:nvPr/>
        </p:nvSpPr>
        <p:spPr>
          <a:xfrm>
            <a:off x="430094" y="1220776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Primary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977B-CE5E-A77E-84EC-264BAD087D96}"/>
              </a:ext>
            </a:extLst>
          </p:cNvPr>
          <p:cNvSpPr txBox="1"/>
          <p:nvPr/>
        </p:nvSpPr>
        <p:spPr>
          <a:xfrm>
            <a:off x="6169115" y="1791312"/>
            <a:ext cx="534399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0">
                <a:effectLst/>
                <a:latin typeface="+mn-lt"/>
              </a:rPr>
              <a:t>Secondary palette comprising of more neutral shade that gets the balance right complementing our vibrant primary colors. </a:t>
            </a:r>
            <a:endParaRPr lang="en-US" sz="140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3CA85-25DA-B98B-9301-8F17819B94B9}"/>
              </a:ext>
            </a:extLst>
          </p:cNvPr>
          <p:cNvSpPr txBox="1"/>
          <p:nvPr/>
        </p:nvSpPr>
        <p:spPr>
          <a:xfrm>
            <a:off x="6169116" y="1213138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BACDD"/>
                </a:solidFill>
                <a:effectLst/>
                <a:latin typeface="+mn-lt"/>
              </a:rPr>
              <a:t>Secondary </a:t>
            </a:r>
          </a:p>
        </p:txBody>
      </p:sp>
    </p:spTree>
    <p:extLst>
      <p:ext uri="{BB962C8B-B14F-4D97-AF65-F5344CB8AC3E}">
        <p14:creationId xmlns:p14="http://schemas.microsoft.com/office/powerpoint/2010/main" val="41712230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Gradient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A64B2-8035-5894-5039-21E183073D17}"/>
              </a:ext>
            </a:extLst>
          </p:cNvPr>
          <p:cNvSpPr txBox="1"/>
          <p:nvPr/>
        </p:nvSpPr>
        <p:spPr>
          <a:xfrm>
            <a:off x="430094" y="3371220"/>
            <a:ext cx="3362417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377" rtl="0" eaLnBrk="1" latinLnBrk="0" hangingPunct="1"/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Gradients generated from the </a:t>
            </a:r>
            <a:r>
              <a:rPr lang="en-US" sz="14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colours</a:t>
            </a:r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three industries ‘Mobility, Sustainability, Tech’ to re-imagine accent language of the brand in whole.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6E889-3C15-5D88-7746-4F4E9087BD6C}"/>
              </a:ext>
            </a:extLst>
          </p:cNvPr>
          <p:cNvSpPr txBox="1"/>
          <p:nvPr/>
        </p:nvSpPr>
        <p:spPr>
          <a:xfrm>
            <a:off x="430094" y="2793046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Gradients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FF5EB93-B896-8B1D-CDC9-0D481002D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069904"/>
            <a:ext cx="4172262" cy="53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26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Fonts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36A5-71D0-7201-7C93-C8372BF10F69}"/>
              </a:ext>
            </a:extLst>
          </p:cNvPr>
          <p:cNvSpPr txBox="1"/>
          <p:nvPr/>
        </p:nvSpPr>
        <p:spPr>
          <a:xfrm>
            <a:off x="430094" y="1958851"/>
            <a:ext cx="355729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>
                <a:effectLst/>
                <a:latin typeface="+mn-lt"/>
              </a:rPr>
              <a:t>ABCDEFGHIJKLMNOPQRSTUVWXYZ </a:t>
            </a:r>
            <a:r>
              <a:rPr lang="en-US" sz="1800" err="1">
                <a:effectLst/>
                <a:latin typeface="+mn-lt"/>
              </a:rPr>
              <a:t>abcdefghijklmnopqrstuvwxyz</a:t>
            </a:r>
            <a:r>
              <a:rPr lang="en-US" sz="1800">
                <a:effectLst/>
                <a:latin typeface="+mn-lt"/>
              </a:rPr>
              <a:t> 1234567890</a:t>
            </a:r>
            <a:br>
              <a:rPr lang="en-US" sz="1800">
                <a:effectLst/>
                <a:latin typeface="+mn-lt"/>
              </a:rPr>
            </a:br>
            <a:r>
              <a:rPr lang="en-US" sz="1800">
                <a:effectLst/>
                <a:latin typeface="+mn-lt"/>
              </a:rPr>
              <a:t>(.,;:”!@#$%^&amp;*_-) </a:t>
            </a:r>
            <a:endParaRPr lang="en-US" sz="14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E749B-09F0-C37E-F4AD-E390AD9972FF}"/>
              </a:ext>
            </a:extLst>
          </p:cNvPr>
          <p:cNvSpPr txBox="1"/>
          <p:nvPr/>
        </p:nvSpPr>
        <p:spPr>
          <a:xfrm>
            <a:off x="430094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Calibri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11A60-57BC-402A-04E7-9F8A6BA453C0}"/>
              </a:ext>
            </a:extLst>
          </p:cNvPr>
          <p:cNvSpPr txBox="1"/>
          <p:nvPr/>
        </p:nvSpPr>
        <p:spPr>
          <a:xfrm>
            <a:off x="460600" y="4267335"/>
            <a:ext cx="394650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>
                <a:effectLst/>
                <a:latin typeface="+mn-lt"/>
              </a:rPr>
              <a:t>ABCDEFGHIJKLMNOPQRSTUVWXYZ </a:t>
            </a:r>
            <a:r>
              <a:rPr lang="en-US" sz="1800" b="1" err="1">
                <a:effectLst/>
                <a:latin typeface="+mn-lt"/>
              </a:rPr>
              <a:t>abcdefghijklmnopqrstuvwxyz</a:t>
            </a:r>
            <a:r>
              <a:rPr lang="en-US" sz="1800" b="1">
                <a:effectLst/>
                <a:latin typeface="+mn-lt"/>
              </a:rPr>
              <a:t> 1234567890</a:t>
            </a:r>
            <a:br>
              <a:rPr lang="en-US" sz="1800" b="1">
                <a:effectLst/>
                <a:latin typeface="+mn-lt"/>
              </a:rPr>
            </a:br>
            <a:r>
              <a:rPr lang="en-US" sz="1800" b="1">
                <a:effectLst/>
                <a:latin typeface="+mn-lt"/>
              </a:rPr>
              <a:t>(.,;:”!@#$%^&amp;*_-) </a:t>
            </a:r>
            <a:endParaRPr lang="en-US" sz="14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058A-92C2-FA75-14CD-084E86CD5B5D}"/>
              </a:ext>
            </a:extLst>
          </p:cNvPr>
          <p:cNvSpPr txBox="1"/>
          <p:nvPr/>
        </p:nvSpPr>
        <p:spPr>
          <a:xfrm>
            <a:off x="460600" y="3764111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9AADB"/>
                </a:solidFill>
                <a:effectLst/>
                <a:latin typeface="+mn-lt"/>
              </a:rPr>
              <a:t>Calibri  bold </a:t>
            </a:r>
            <a:endParaRPr lang="en-US" sz="3000" b="1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1F42-A8DC-2B34-325C-9B51C690F306}"/>
              </a:ext>
            </a:extLst>
          </p:cNvPr>
          <p:cNvSpPr txBox="1"/>
          <p:nvPr/>
        </p:nvSpPr>
        <p:spPr>
          <a:xfrm>
            <a:off x="5265384" y="1958851"/>
            <a:ext cx="459814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/>
              <a:t>Calibri font (body) </a:t>
            </a:r>
            <a:r>
              <a:rPr lang="en-US" sz="1800"/>
              <a:t>should be used. Body text color should be </a:t>
            </a:r>
            <a:r>
              <a:rPr lang="en-US" sz="1800" b="1"/>
              <a:t>Black</a:t>
            </a:r>
            <a:r>
              <a:rPr lang="en-US" sz="1800"/>
              <a:t>.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B35D-5D74-987B-F947-B682AC690AB5}"/>
              </a:ext>
            </a:extLst>
          </p:cNvPr>
          <p:cNvSpPr txBox="1"/>
          <p:nvPr/>
        </p:nvSpPr>
        <p:spPr>
          <a:xfrm>
            <a:off x="5265385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D2A54-8DB1-0FEF-A6D4-66134191395B}"/>
              </a:ext>
            </a:extLst>
          </p:cNvPr>
          <p:cNvSpPr txBox="1"/>
          <p:nvPr/>
        </p:nvSpPr>
        <p:spPr>
          <a:xfrm>
            <a:off x="5265384" y="3622982"/>
            <a:ext cx="4598143" cy="6951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Title text size: 32 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Other Text Boxes text size :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02C8-BA6B-1ADB-FF39-AE0043EFC556}"/>
              </a:ext>
            </a:extLst>
          </p:cNvPr>
          <p:cNvSpPr txBox="1"/>
          <p:nvPr/>
        </p:nvSpPr>
        <p:spPr>
          <a:xfrm>
            <a:off x="5265385" y="3044808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Title Slide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72EAC-99AF-8A35-9829-8A84297F3122}"/>
              </a:ext>
            </a:extLst>
          </p:cNvPr>
          <p:cNvSpPr txBox="1"/>
          <p:nvPr/>
        </p:nvSpPr>
        <p:spPr>
          <a:xfrm>
            <a:off x="5265384" y="5198139"/>
            <a:ext cx="6571472" cy="9444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Ideal font size 16. Minimum font size can be 8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Minimum 0.5 cm of space should be left blank on either sides. These are pre-defined in the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EB49-DBBA-C54B-EF52-B54743FA7553}"/>
              </a:ext>
            </a:extLst>
          </p:cNvPr>
          <p:cNvSpPr txBox="1"/>
          <p:nvPr/>
        </p:nvSpPr>
        <p:spPr>
          <a:xfrm>
            <a:off x="5265385" y="4619965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Content Slide</a:t>
            </a:r>
          </a:p>
        </p:txBody>
      </p:sp>
    </p:spTree>
    <p:extLst>
      <p:ext uri="{BB962C8B-B14F-4D97-AF65-F5344CB8AC3E}">
        <p14:creationId xmlns:p14="http://schemas.microsoft.com/office/powerpoint/2010/main" val="7482259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7353" y="1696469"/>
            <a:ext cx="3777295" cy="35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095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5946325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 Usage Guideline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299601"/>
            <a:ext cx="1972966" cy="183018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D29356C-3545-F8F8-3925-419BCF60C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910" y="4392059"/>
            <a:ext cx="1571983" cy="145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8CEB3-AD86-4BFE-56F0-1CA160CC4E0F}"/>
              </a:ext>
            </a:extLst>
          </p:cNvPr>
          <p:cNvSpPr txBox="1"/>
          <p:nvPr/>
        </p:nvSpPr>
        <p:spPr>
          <a:xfrm>
            <a:off x="2698564" y="1808033"/>
            <a:ext cx="877906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/>
              <a:t>First, choose the Brand Motif. Next, draw a rectangle over it. Then, select both the motif and the rectangle. After that, navigate to the </a:t>
            </a:r>
            <a:r>
              <a:rPr lang="en-US" sz="1800" b="1"/>
              <a:t>shape format </a:t>
            </a:r>
            <a:r>
              <a:rPr lang="en-US" sz="1800" b="0"/>
              <a:t>options. From there, choose to </a:t>
            </a:r>
            <a:r>
              <a:rPr lang="en-US" sz="1800" b="1"/>
              <a:t>merge shapes </a:t>
            </a:r>
            <a:r>
              <a:rPr lang="en-US" sz="1800" b="0"/>
              <a:t>option and then select the </a:t>
            </a:r>
            <a:r>
              <a:rPr lang="en-US" sz="1800" b="1"/>
              <a:t>subtract</a:t>
            </a:r>
            <a:r>
              <a:rPr lang="en-US" sz="1800" b="0"/>
              <a:t> option.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2CADD-887E-AD4F-C4AB-C2D6A0AAFCFF}"/>
              </a:ext>
            </a:extLst>
          </p:cNvPr>
          <p:cNvSpPr txBox="1"/>
          <p:nvPr/>
        </p:nvSpPr>
        <p:spPr>
          <a:xfrm>
            <a:off x="2710312" y="1299601"/>
            <a:ext cx="902108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What is the process for cropping a section of a Motif in order to properly align text within it?</a:t>
            </a:r>
            <a:endParaRPr lang="en-US" sz="1400" b="1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417DF-986C-CC28-E121-34AEF7A97197}"/>
              </a:ext>
            </a:extLst>
          </p:cNvPr>
          <p:cNvSpPr/>
          <p:nvPr/>
        </p:nvSpPr>
        <p:spPr>
          <a:xfrm>
            <a:off x="1054902" y="4869307"/>
            <a:ext cx="895968" cy="50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AADCC8-7DB8-1A43-BB81-A9BE745AE3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954" r="50342" b="81083"/>
          <a:stretch/>
        </p:blipFill>
        <p:spPr>
          <a:xfrm>
            <a:off x="3593752" y="4258732"/>
            <a:ext cx="1723105" cy="1297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2C84CA-32E1-3CC5-6311-D253E64B040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2135" b="73524"/>
          <a:stretch/>
        </p:blipFill>
        <p:spPr>
          <a:xfrm>
            <a:off x="6782905" y="4211804"/>
            <a:ext cx="3057525" cy="18157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77322-66F5-B1D4-800A-30AA8353AFE8}"/>
              </a:ext>
            </a:extLst>
          </p:cNvPr>
          <p:cNvSpPr txBox="1"/>
          <p:nvPr/>
        </p:nvSpPr>
        <p:spPr>
          <a:xfrm>
            <a:off x="440622" y="3429000"/>
            <a:ext cx="2314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01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Draw rectangle over Motif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BE6DD-DC95-A3B0-6623-7E6B28995488}"/>
              </a:ext>
            </a:extLst>
          </p:cNvPr>
          <p:cNvSpPr txBox="1"/>
          <p:nvPr/>
        </p:nvSpPr>
        <p:spPr>
          <a:xfrm>
            <a:off x="2783115" y="3429000"/>
            <a:ext cx="3797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02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Select Motif and rectangle Go to Shape Format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1B2DA-3CB9-D6E7-DD9C-11A106A84215}"/>
              </a:ext>
            </a:extLst>
          </p:cNvPr>
          <p:cNvSpPr txBox="1"/>
          <p:nvPr/>
        </p:nvSpPr>
        <p:spPr>
          <a:xfrm>
            <a:off x="6614334" y="3429000"/>
            <a:ext cx="322609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03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Go to Merge Shape and select Subtract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221101D-FDFC-86AA-1D83-7109BC56F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089684" y="4097839"/>
            <a:ext cx="1571983" cy="1458221"/>
          </a:xfrm>
          <a:custGeom>
            <a:avLst/>
            <a:gdLst>
              <a:gd name="connsiteX0" fmla="*/ 0 w 1571983"/>
              <a:gd name="connsiteY0" fmla="*/ 0 h 1458221"/>
              <a:gd name="connsiteX1" fmla="*/ 1571983 w 1571983"/>
              <a:gd name="connsiteY1" fmla="*/ 0 h 1458221"/>
              <a:gd name="connsiteX2" fmla="*/ 1571983 w 1571983"/>
              <a:gd name="connsiteY2" fmla="*/ 477248 h 1458221"/>
              <a:gd name="connsiteX3" fmla="*/ 785992 w 1571983"/>
              <a:gd name="connsiteY3" fmla="*/ 477248 h 1458221"/>
              <a:gd name="connsiteX4" fmla="*/ 785992 w 1571983"/>
              <a:gd name="connsiteY4" fmla="*/ 980971 h 1458221"/>
              <a:gd name="connsiteX5" fmla="*/ 1571983 w 1571983"/>
              <a:gd name="connsiteY5" fmla="*/ 980971 h 1458221"/>
              <a:gd name="connsiteX6" fmla="*/ 1571983 w 1571983"/>
              <a:gd name="connsiteY6" fmla="*/ 1458221 h 1458221"/>
              <a:gd name="connsiteX7" fmla="*/ 0 w 1571983"/>
              <a:gd name="connsiteY7" fmla="*/ 1458221 h 145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1983" h="1458221">
                <a:moveTo>
                  <a:pt x="0" y="0"/>
                </a:moveTo>
                <a:lnTo>
                  <a:pt x="1571983" y="0"/>
                </a:lnTo>
                <a:lnTo>
                  <a:pt x="1571983" y="477248"/>
                </a:lnTo>
                <a:lnTo>
                  <a:pt x="785992" y="477248"/>
                </a:lnTo>
                <a:lnTo>
                  <a:pt x="785992" y="980971"/>
                </a:lnTo>
                <a:lnTo>
                  <a:pt x="1571983" y="980971"/>
                </a:lnTo>
                <a:lnTo>
                  <a:pt x="1571983" y="1458221"/>
                </a:lnTo>
                <a:lnTo>
                  <a:pt x="0" y="1458221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7E6E2C-1FBA-DF67-4866-A2EB5D9769B8}"/>
              </a:ext>
            </a:extLst>
          </p:cNvPr>
          <p:cNvSpPr txBox="1"/>
          <p:nvPr/>
        </p:nvSpPr>
        <p:spPr>
          <a:xfrm>
            <a:off x="9874574" y="3429000"/>
            <a:ext cx="200220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C0199D-0C75-32FD-6B39-C4ACF7E20AD7}"/>
              </a:ext>
            </a:extLst>
          </p:cNvPr>
          <p:cNvCxnSpPr>
            <a:cxnSpLocks/>
          </p:cNvCxnSpPr>
          <p:nvPr/>
        </p:nvCxnSpPr>
        <p:spPr>
          <a:xfrm>
            <a:off x="2433566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3A277-F1EB-31D3-399B-7E9FB38A2036}"/>
              </a:ext>
            </a:extLst>
          </p:cNvPr>
          <p:cNvCxnSpPr>
            <a:cxnSpLocks/>
          </p:cNvCxnSpPr>
          <p:nvPr/>
        </p:nvCxnSpPr>
        <p:spPr>
          <a:xfrm>
            <a:off x="5436358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F6D842-5E3D-CD6D-36B8-A73EC287289A}"/>
              </a:ext>
            </a:extLst>
          </p:cNvPr>
          <p:cNvCxnSpPr>
            <a:cxnSpLocks/>
          </p:cNvCxnSpPr>
          <p:nvPr/>
        </p:nvCxnSpPr>
        <p:spPr>
          <a:xfrm>
            <a:off x="8779633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780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Brand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B490D-5629-C016-B97D-AD41DACAE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2B322-22A7-99FB-B545-F5219FFB4846}"/>
              </a:ext>
            </a:extLst>
          </p:cNvPr>
          <p:cNvSpPr txBox="1"/>
          <p:nvPr/>
        </p:nvSpPr>
        <p:spPr>
          <a:xfrm>
            <a:off x="6670624" y="296733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/>
              <a:t>One or more emphasizing element is marked in corporate color palette with brand dark blue or white as the rest. </a:t>
            </a:r>
          </a:p>
        </p:txBody>
      </p:sp>
    </p:spTree>
    <p:extLst>
      <p:ext uri="{BB962C8B-B14F-4D97-AF65-F5344CB8AC3E}">
        <p14:creationId xmlns:p14="http://schemas.microsoft.com/office/powerpoint/2010/main" val="25967883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Mobl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Mobility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A34AC5-3407-E31A-4BD6-234AF7B63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E316A-8F40-E371-625D-DEEDC6973BAE}"/>
              </a:ext>
            </a:extLst>
          </p:cNvPr>
          <p:cNvSpPr txBox="1"/>
          <p:nvPr/>
        </p:nvSpPr>
        <p:spPr>
          <a:xfrm>
            <a:off x="6670624" y="325214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absolute blue with brand dark blue or white as the rest.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05252-EE33-D0B1-783E-F4C3E04451CC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0749C6"/>
                </a:solidFill>
                <a:effectLst/>
                <a:latin typeface="+mn-lt"/>
              </a:rPr>
              <a:t>Mobility </a:t>
            </a:r>
            <a:endParaRPr lang="en-US" sz="30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31147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Sustainability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BA5DED-B8D0-DD36-1D16-D3C48E7B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C3FB-F9BA-987C-304C-44C3753E3455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green with brand dark blue or white as the rest. </a:t>
            </a:r>
            <a:endParaRPr lang="en-US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0031-8FCE-ACC4-77C4-7361B0B3EFBA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74BF43"/>
                </a:solidFill>
                <a:effectLst/>
                <a:latin typeface="+mn-lt"/>
              </a:rPr>
              <a:t>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17852358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Tech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0A2DEB5-CAF5-D6D8-F05D-6C4921E62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780665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9B1A1-5BC3-057F-FD8E-665DA5D841AF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metallic yellow with brand dark blue or white as the 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7C731-AA28-2FC1-18D9-C9C5EB881A1F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chemeClr val="accent3"/>
                </a:solidFill>
                <a:effectLst/>
                <a:latin typeface="+mn-lt"/>
              </a:rPr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41333052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curved lines on a black background&#10;&#10;Description automatically generated">
            <a:extLst>
              <a:ext uri="{FF2B5EF4-FFF2-40B4-BE49-F238E27FC236}">
                <a16:creationId xmlns:a16="http://schemas.microsoft.com/office/drawing/2014/main" id="{7F6AB018-62ED-7948-EF17-C34E8B9BD0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35" y="2766219"/>
            <a:ext cx="1076213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breaker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A85C3D-8965-4C0B-821E-A3181C176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90D212-6B29-73EE-B5AB-6507C30F5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57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959" y="2772942"/>
            <a:ext cx="1052008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FFB807-E607-06F9-C20B-E41EBBD64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C14DAF-0D96-1267-E025-E593314D41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7DB477A9-5F30-05C0-9104-373059D594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692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A5A19-AD6C-7D38-0BB1-2D9AB25F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621B-533E-4F97-AD88-05B3D1ED97E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4818D-4B05-06C2-1C3F-30629BD3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CB2FB-FB4D-BF5C-F9CC-1B417B4F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70FA-9ED8-4A09-84C9-C77A97AD0D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3677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CF0AB879-1D1A-4424-86B6-CA7EC8EDB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17"/>
          <a:stretch/>
        </p:blipFill>
        <p:spPr>
          <a:xfrm>
            <a:off x="62494" y="52039"/>
            <a:ext cx="12067013" cy="6753924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 userDrawn="1">
            <p:ph idx="1" hasCustomPrompt="1"/>
          </p:nvPr>
        </p:nvSpPr>
        <p:spPr bwMode="gray">
          <a:xfrm>
            <a:off x="255847" y="1137920"/>
            <a:ext cx="11745331" cy="5339080"/>
          </a:xfrm>
          <a:prstGeom prst="rect">
            <a:avLst/>
          </a:prstGeom>
        </p:spPr>
        <p:txBody>
          <a:bodyPr vert="horz" lIns="0" tIns="34289" rIns="0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3"/>
              </a:buBlip>
            </a:pPr>
            <a:r>
              <a:rPr lang="en-US"/>
              <a:t>Click to edit Master text styles</a:t>
            </a:r>
          </a:p>
          <a:p>
            <a:pPr lvl="1">
              <a:buFontTx/>
              <a:buBlip>
                <a:blip r:embed="rId3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3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3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3"/>
              </a:buBlip>
            </a:pPr>
            <a:r>
              <a:rPr lang="en-US"/>
              <a:t>Fifth level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20F6CAE2-BF9C-4EC7-91F6-C88D777F8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5848" y="-395064"/>
            <a:ext cx="11736673" cy="84328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051213D-5E6E-45AD-B56D-E8057EFA14AB}"/>
              </a:ext>
            </a:extLst>
          </p:cNvPr>
          <p:cNvSpPr/>
          <p:nvPr userDrawn="1"/>
        </p:nvSpPr>
        <p:spPr>
          <a:xfrm>
            <a:off x="255848" y="737240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15872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otte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A73B6-2EF2-4438-9A63-3BFC1C5F4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17"/>
          <a:stretch/>
        </p:blipFill>
        <p:spPr>
          <a:xfrm>
            <a:off x="124987" y="-1"/>
            <a:ext cx="12067013" cy="6753924"/>
          </a:xfrm>
          <a:prstGeom prst="rect">
            <a:avLst/>
          </a:prstGeom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051213D-5E6E-45AD-B56D-E8057EFA14AB}"/>
              </a:ext>
            </a:extLst>
          </p:cNvPr>
          <p:cNvSpPr/>
          <p:nvPr userDrawn="1"/>
        </p:nvSpPr>
        <p:spPr>
          <a:xfrm>
            <a:off x="255848" y="850656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7C804-1028-4DAA-A963-8B9F1E0B3BF2}"/>
              </a:ext>
            </a:extLst>
          </p:cNvPr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E1D8BA-59A3-46DE-A7FF-746AF1016141}"/>
              </a:ext>
            </a:extLst>
          </p:cNvPr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A2AC73-57B7-40F3-BCF1-0655DD9ED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5848" y="0"/>
            <a:ext cx="11736673" cy="84328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3715302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DFB105-664C-C269-9783-3021DFF7A14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Engineering.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36466474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565234-79ED-EA4B-4DF1-B74DF44C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1579" y="162219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80623EE-1C49-6FBD-980E-952FF29794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3" y="162219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D941E4D-9A8C-6DE6-F2F1-AE06A2A4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51579" y="236787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798B33DB-ACF1-5019-41C9-0B0BB978A3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433" y="23678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9D71781-5D6F-BE23-39CD-92CE4BF490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46124" y="311819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DF04471C-C0C9-9BA0-4022-EEC00A6589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978" y="311819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9B9FAEF-2B3D-19F0-E898-109B1DF5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6124" y="386387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9">
            <a:extLst>
              <a:ext uri="{FF2B5EF4-FFF2-40B4-BE49-F238E27FC236}">
                <a16:creationId xmlns:a16="http://schemas.microsoft.com/office/drawing/2014/main" id="{9E419D21-2BB7-FDD4-2D06-A60C781F23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978" y="386387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63B2118-6AD0-673E-4018-789C34AE38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20146" y="4636515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C8AE2EF7-3214-44BB-0A70-5447DA425C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3000" y="4636515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80E41B5-23E6-838E-6193-7D0BE7A042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20146" y="5393977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71403852-7822-1472-E0FE-6395E3292B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000" y="53939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5BA37C79-117E-EAFA-0437-6FF7377EF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A11A5F-046F-1162-8E74-2ED4AF297222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807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443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9370DF6C-9269-8428-5E5B-18C0A805FD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2297" y="0"/>
            <a:ext cx="3425850" cy="632684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8016809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205C-1567-9FA3-6293-D586C20FB4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3550" y="1136650"/>
            <a:ext cx="7543800" cy="5045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B15C-D830-ED32-C760-5A4A2DA8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58A13-E354-80D4-3CDF-0E089C009C19}"/>
              </a:ext>
            </a:extLst>
          </p:cNvPr>
          <p:cNvSpPr/>
          <p:nvPr/>
        </p:nvSpPr>
        <p:spPr>
          <a:xfrm>
            <a:off x="460600" y="830468"/>
            <a:ext cx="754380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6231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CD9221-7207-3E34-612E-00A95D782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79" y="1495963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reeform: Shape 4">
            <a:extLst>
              <a:ext uri="{FF2B5EF4-FFF2-40B4-BE49-F238E27FC236}">
                <a16:creationId xmlns:a16="http://schemas.microsoft.com/office/drawing/2014/main" id="{0FE3AEBB-EE1B-2785-DE65-26BA92B477A2}"/>
              </a:ext>
            </a:extLst>
          </p:cNvPr>
          <p:cNvSpPr/>
          <p:nvPr/>
        </p:nvSpPr>
        <p:spPr>
          <a:xfrm>
            <a:off x="7964871" y="2617385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6">
            <a:extLst>
              <a:ext uri="{FF2B5EF4-FFF2-40B4-BE49-F238E27FC236}">
                <a16:creationId xmlns:a16="http://schemas.microsoft.com/office/drawing/2014/main" id="{237CEC14-F9EA-5671-74A5-62D60CA84D57}"/>
              </a:ext>
            </a:extLst>
          </p:cNvPr>
          <p:cNvSpPr/>
          <p:nvPr/>
        </p:nvSpPr>
        <p:spPr>
          <a:xfrm>
            <a:off x="9162559" y="2617385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7">
            <a:extLst>
              <a:ext uri="{FF2B5EF4-FFF2-40B4-BE49-F238E27FC236}">
                <a16:creationId xmlns:a16="http://schemas.microsoft.com/office/drawing/2014/main" id="{1BE00EBC-5A78-B680-9AC0-6B356B9787BC}"/>
              </a:ext>
            </a:extLst>
          </p:cNvPr>
          <p:cNvSpPr/>
          <p:nvPr/>
        </p:nvSpPr>
        <p:spPr>
          <a:xfrm>
            <a:off x="6440165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0AFD9F20-1D54-08A0-8520-4CF9AFD78AC8}"/>
              </a:ext>
            </a:extLst>
          </p:cNvPr>
          <p:cNvSpPr/>
          <p:nvPr/>
        </p:nvSpPr>
        <p:spPr>
          <a:xfrm>
            <a:off x="7964871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A2D630E5-B9B6-873D-E2F8-B5114E70EC95}"/>
              </a:ext>
            </a:extLst>
          </p:cNvPr>
          <p:cNvGrpSpPr/>
          <p:nvPr/>
        </p:nvGrpSpPr>
        <p:grpSpPr>
          <a:xfrm>
            <a:off x="9162508" y="3815074"/>
            <a:ext cx="2432663" cy="2432663"/>
            <a:chOff x="2979456" y="3873439"/>
            <a:chExt cx="1770205" cy="1770205"/>
          </a:xfrm>
          <a:solidFill>
            <a:srgbClr val="112868"/>
          </a:solidFill>
        </p:grpSpPr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0EC0D9AA-7858-D358-8B21-C930F99EA884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grpFill/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9">
              <a:extLst>
                <a:ext uri="{FF2B5EF4-FFF2-40B4-BE49-F238E27FC236}">
                  <a16:creationId xmlns:a16="http://schemas.microsoft.com/office/drawing/2014/main" id="{F28E7DFB-E0BF-5D01-30C3-76BD84CFC223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rgbClr val="D9D9D9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FA578EC7-751B-9665-0C4A-5342F402CBAF}"/>
              </a:ext>
            </a:extLst>
          </p:cNvPr>
          <p:cNvSpPr/>
          <p:nvPr/>
        </p:nvSpPr>
        <p:spPr>
          <a:xfrm>
            <a:off x="9162507" y="1092679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1">
            <a:extLst>
              <a:ext uri="{FF2B5EF4-FFF2-40B4-BE49-F238E27FC236}">
                <a16:creationId xmlns:a16="http://schemas.microsoft.com/office/drawing/2014/main" id="{61CB2EE3-EBC1-5E9D-F171-1DFF6C86B3BB}"/>
              </a:ext>
            </a:extLst>
          </p:cNvPr>
          <p:cNvSpPr/>
          <p:nvPr/>
        </p:nvSpPr>
        <p:spPr>
          <a:xfrm>
            <a:off x="6440165" y="1092679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2621867-14EA-4782-0CA1-8797BBDB37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D63064F-DC52-C086-9749-2F68FDDD91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8B53E64-9F4F-B9CB-C082-4025FCB275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0E9E251-263F-BC17-F837-65F4CF3AA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8610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Picture Placeholder 37">
            <a:extLst>
              <a:ext uri="{FF2B5EF4-FFF2-40B4-BE49-F238E27FC236}">
                <a16:creationId xmlns:a16="http://schemas.microsoft.com/office/drawing/2014/main" id="{74E9F594-32F8-B0ED-D32D-226BC0D86C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618" y="977038"/>
            <a:ext cx="3584927" cy="53017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762484-E660-13E9-DF50-3440CC059C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4454" y="1136650"/>
            <a:ext cx="7381073" cy="5045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7923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60D3C4-089A-89DF-003F-080875F761D5}"/>
              </a:ext>
            </a:extLst>
          </p:cNvPr>
          <p:cNvSpPr/>
          <p:nvPr/>
        </p:nvSpPr>
        <p:spPr>
          <a:xfrm>
            <a:off x="0" y="5034875"/>
            <a:ext cx="12008146" cy="1202038"/>
          </a:xfrm>
          <a:prstGeom prst="rect">
            <a:avLst/>
          </a:prstGeom>
          <a:solidFill>
            <a:srgbClr val="1128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7">
            <a:extLst>
              <a:ext uri="{FF2B5EF4-FFF2-40B4-BE49-F238E27FC236}">
                <a16:creationId xmlns:a16="http://schemas.microsoft.com/office/drawing/2014/main" id="{5481EE72-E1CE-5B81-0FE1-0F4F0E4E2B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355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59530978-9E15-C6E6-B94A-F280865209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2529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EDD58B23-E1E0-FE80-776D-665CF7432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150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C3116B14-EBED-05EB-D50D-69F3E3EF03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972" y="5155292"/>
            <a:ext cx="10732057" cy="1017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9BDD8AE-6E2A-13F0-22AA-E6D656BC3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1303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3CDBDC34-6B62-EF9F-4A29-2BCDF1E8D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303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F3E660EF-FEA1-BDC5-4E8F-E866E94A7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735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C66D7E4C-100F-91D3-C32D-1EE39C56D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735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F20D8902-62FF-7D88-CFA5-ADBD9085A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50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7FDAAC6-2BBC-9EB8-E070-B6B6C26E6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150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2909170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A485D-92E9-250E-500C-5B1EBBEDFB01}"/>
              </a:ext>
            </a:extLst>
          </p:cNvPr>
          <p:cNvSpPr/>
          <p:nvPr/>
        </p:nvSpPr>
        <p:spPr>
          <a:xfrm>
            <a:off x="6405161" y="1379547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B93DA-FF19-7480-02CF-BAC6E647C44F}"/>
              </a:ext>
            </a:extLst>
          </p:cNvPr>
          <p:cNvSpPr/>
          <p:nvPr/>
        </p:nvSpPr>
        <p:spPr>
          <a:xfrm>
            <a:off x="9369617" y="1379547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E6D67-022B-2F68-D195-D56ACFD8945D}"/>
              </a:ext>
            </a:extLst>
          </p:cNvPr>
          <p:cNvSpPr/>
          <p:nvPr/>
        </p:nvSpPr>
        <p:spPr>
          <a:xfrm>
            <a:off x="3440706" y="1379547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3AC7-6A31-BDCF-D245-CCAA6D2B0AED}"/>
              </a:ext>
            </a:extLst>
          </p:cNvPr>
          <p:cNvSpPr/>
          <p:nvPr/>
        </p:nvSpPr>
        <p:spPr>
          <a:xfrm>
            <a:off x="476250" y="1379547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C10EDC7E-0359-3D2A-09A9-9AE603EF5D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888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E88530A2-A524-9A9E-8412-61341D1B53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07455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39">
            <a:extLst>
              <a:ext uri="{FF2B5EF4-FFF2-40B4-BE49-F238E27FC236}">
                <a16:creationId xmlns:a16="http://schemas.microsoft.com/office/drawing/2014/main" id="{2FF23220-503B-1C2B-C330-2D215232A3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8040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9">
            <a:extLst>
              <a:ext uri="{FF2B5EF4-FFF2-40B4-BE49-F238E27FC236}">
                <a16:creationId xmlns:a16="http://schemas.microsoft.com/office/drawing/2014/main" id="{542B0FB1-9BC6-C2AD-5F4F-2C5459B197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38559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6F96-692E-2EA1-3324-B4C8E5A83385}"/>
              </a:ext>
            </a:extLst>
          </p:cNvPr>
          <p:cNvSpPr/>
          <p:nvPr/>
        </p:nvSpPr>
        <p:spPr>
          <a:xfrm>
            <a:off x="6405161" y="3888185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0C281-7A80-3859-8FD8-120E6955AC3D}"/>
              </a:ext>
            </a:extLst>
          </p:cNvPr>
          <p:cNvSpPr/>
          <p:nvPr/>
        </p:nvSpPr>
        <p:spPr>
          <a:xfrm>
            <a:off x="9369617" y="3888185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37457-CEEA-F5A4-005C-9E1027029CBF}"/>
              </a:ext>
            </a:extLst>
          </p:cNvPr>
          <p:cNvSpPr/>
          <p:nvPr/>
        </p:nvSpPr>
        <p:spPr>
          <a:xfrm>
            <a:off x="3440706" y="3888185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53843-3C2D-4E47-B889-7B1AC1D25AD7}"/>
              </a:ext>
            </a:extLst>
          </p:cNvPr>
          <p:cNvSpPr/>
          <p:nvPr/>
        </p:nvSpPr>
        <p:spPr>
          <a:xfrm>
            <a:off x="476250" y="3888185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9">
            <a:extLst>
              <a:ext uri="{FF2B5EF4-FFF2-40B4-BE49-F238E27FC236}">
                <a16:creationId xmlns:a16="http://schemas.microsoft.com/office/drawing/2014/main" id="{777DCB8F-16C5-7668-1DCB-1C876924789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9888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39">
            <a:extLst>
              <a:ext uri="{FF2B5EF4-FFF2-40B4-BE49-F238E27FC236}">
                <a16:creationId xmlns:a16="http://schemas.microsoft.com/office/drawing/2014/main" id="{D5595B18-A6E1-C375-D23E-877E6E19B6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07455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39">
            <a:extLst>
              <a:ext uri="{FF2B5EF4-FFF2-40B4-BE49-F238E27FC236}">
                <a16:creationId xmlns:a16="http://schemas.microsoft.com/office/drawing/2014/main" id="{1E0832B2-3C20-B791-C1D4-E691E5C920F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68040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3A3D8EEC-017F-1FA8-328E-C28F8A1C52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638559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DF6D5191-895D-9991-838D-F7A63EE78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5084449-FE8B-9D43-E1F9-0B7C9F816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26B23555-AA5D-7E55-B76F-8D4B85BAF4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3817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AC43175D-A00E-2CBC-D858-1992E33674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33817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2E634C-A879-8E4C-FFD5-0062020CE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5161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B3A12C8D-E2F9-7841-A3C6-215DF53628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5161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11E27E-F517-176E-C8FF-195FAB3E55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76505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7C021CE-8394-EC44-09A0-75AAB820C5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6505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4AD4AEA6-EB0F-1F36-BC9A-CB2E9F9365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6250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3791200-B83C-FAD7-2C0A-5F5FE2208E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6250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C6C40406-AA4F-D40C-4855-582615089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33817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8A78B42-7627-33F1-C6E3-33BD58FD700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33817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42A2C28-5611-5B9D-F2AE-5919B00419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5161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96EC3FAF-DAE1-5F10-E740-5DDE107382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5161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B9D3EEFC-816B-50BA-892E-35DC675707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76505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4E757D15-661F-FA3A-2CF1-971D29426B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6505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923128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15A-D2CC-6436-F372-45F79FF54E8E}"/>
              </a:ext>
            </a:extLst>
          </p:cNvPr>
          <p:cNvSpPr/>
          <p:nvPr userDrawn="1"/>
        </p:nvSpPr>
        <p:spPr>
          <a:xfrm>
            <a:off x="8088140" y="0"/>
            <a:ext cx="4103860" cy="6858000"/>
          </a:xfrm>
          <a:prstGeom prst="rect">
            <a:avLst/>
          </a:prstGeom>
          <a:solidFill>
            <a:srgbClr val="112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CE4030-2D6D-D413-9F8B-27838FA2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77957" y="3869367"/>
            <a:ext cx="3220129" cy="2340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</a:t>
            </a:r>
          </a:p>
        </p:txBody>
      </p:sp>
      <p:sp>
        <p:nvSpPr>
          <p:cNvPr id="5" name="Picture Placeholder 39">
            <a:extLst>
              <a:ext uri="{FF2B5EF4-FFF2-40B4-BE49-F238E27FC236}">
                <a16:creationId xmlns:a16="http://schemas.microsoft.com/office/drawing/2014/main" id="{D4C1FD55-35CF-876E-0E35-B7920688AEF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12270" y="0"/>
            <a:ext cx="4079730" cy="3334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B61713-7D96-4170-9FB1-4A12EE4200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9379" y="1542004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B3DF79-7CF4-F274-802C-337F341EEC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379" y="24241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CC9099-7C34-FDE5-EE20-A7F7EA9B68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9379" y="33565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0FD3E9-688C-3E10-038D-43D8E10A88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379" y="4238658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67D0C-BFA4-F19A-3B7F-F2AD08B164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99379" y="5120785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A426-4C89-6842-B3BC-54B7B6A251EE}"/>
              </a:ext>
            </a:extLst>
          </p:cNvPr>
          <p:cNvSpPr txBox="1"/>
          <p:nvPr/>
        </p:nvSpPr>
        <p:spPr>
          <a:xfrm>
            <a:off x="11023628" y="6472081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bg1"/>
                </a:solidFill>
                <a:latin typeface="+mn-lt"/>
              </a:rPr>
              <a:pPr algn="r" defTabSz="914354"/>
              <a:t>‹#›</a:t>
            </a:fld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96638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Two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77C9AF-A216-3DEA-BB77-2E439D2AF9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49" y="1145394"/>
            <a:ext cx="5141499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EBD3-BA51-370E-089C-685236FB00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9349" y="1145394"/>
            <a:ext cx="5141499" cy="546360"/>
          </a:xfrm>
          <a:prstGeom prst="rect">
            <a:avLst/>
          </a:prstGeom>
          <a:solidFill>
            <a:srgbClr val="1BACD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Column 2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929515E-2055-2175-E62E-60055854BF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3550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87772B36-7FC9-9C9F-7AFF-043B8AB550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20254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8468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Three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04F7CF-2714-C2AC-12A0-664814616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0" y="1145394"/>
            <a:ext cx="3370888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78DEE-8A93-E08D-AB9F-A58316F752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0556" y="1145394"/>
            <a:ext cx="3370888" cy="546360"/>
          </a:xfrm>
          <a:prstGeom prst="rect">
            <a:avLst/>
          </a:prstGeom>
          <a:solidFill>
            <a:srgbClr val="0556C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2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49D74C-E975-0A16-A82C-7B510848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214" y="1145394"/>
            <a:ext cx="3370888" cy="546360"/>
          </a:xfrm>
          <a:prstGeom prst="rect">
            <a:avLst/>
          </a:prstGeom>
          <a:solidFill>
            <a:srgbClr val="058EFF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3 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6AD3711-55EE-2B5E-BA43-BC4F34CDE6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3550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9274DF3-5D83-2F77-791B-54D1775412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0556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5AF999-95BA-96ED-764B-623DF6D2634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4214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973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 dirty="0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32546040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Color Palette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E4BAC-C92D-A504-2CB6-A3516CD3FD7D}"/>
              </a:ext>
            </a:extLst>
          </p:cNvPr>
          <p:cNvSpPr txBox="1"/>
          <p:nvPr/>
        </p:nvSpPr>
        <p:spPr>
          <a:xfrm>
            <a:off x="430094" y="1798950"/>
            <a:ext cx="5010810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/>
              <a:t>Primary palette, high saturated blue to give the brand a young look along with carefully curated complementary colors to give the brand a crisp and sharp look.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C08BDD-D413-C2E6-E90F-D9A354D3D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93" y="2622944"/>
            <a:ext cx="5415052" cy="3404423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5C5F1E8-C841-FE50-4C75-B714E7CCBB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429" y="2680294"/>
            <a:ext cx="5616344" cy="327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5D1F6-2C67-5459-0B2B-21F891EBC907}"/>
              </a:ext>
            </a:extLst>
          </p:cNvPr>
          <p:cNvSpPr txBox="1"/>
          <p:nvPr/>
        </p:nvSpPr>
        <p:spPr>
          <a:xfrm>
            <a:off x="430094" y="1220776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Primary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977B-CE5E-A77E-84EC-264BAD087D96}"/>
              </a:ext>
            </a:extLst>
          </p:cNvPr>
          <p:cNvSpPr txBox="1"/>
          <p:nvPr/>
        </p:nvSpPr>
        <p:spPr>
          <a:xfrm>
            <a:off x="6169115" y="1791312"/>
            <a:ext cx="534399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0" dirty="0">
                <a:effectLst/>
                <a:latin typeface="+mn-lt"/>
              </a:rPr>
              <a:t>Secondary palette comprising of more neutral shade that gets the balance right complementing our vibrant primary colors. </a:t>
            </a:r>
            <a:endParaRPr lang="en-US" sz="14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3CA85-25DA-B98B-9301-8F17819B94B9}"/>
              </a:ext>
            </a:extLst>
          </p:cNvPr>
          <p:cNvSpPr txBox="1"/>
          <p:nvPr/>
        </p:nvSpPr>
        <p:spPr>
          <a:xfrm>
            <a:off x="6169116" y="1213138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1BACDD"/>
                </a:solidFill>
                <a:effectLst/>
                <a:latin typeface="+mn-lt"/>
              </a:rPr>
              <a:t>Secondary </a:t>
            </a:r>
          </a:p>
        </p:txBody>
      </p:sp>
    </p:spTree>
    <p:extLst>
      <p:ext uri="{BB962C8B-B14F-4D97-AF65-F5344CB8AC3E}">
        <p14:creationId xmlns:p14="http://schemas.microsoft.com/office/powerpoint/2010/main" val="19166921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Gradient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A64B2-8035-5894-5039-21E183073D17}"/>
              </a:ext>
            </a:extLst>
          </p:cNvPr>
          <p:cNvSpPr txBox="1"/>
          <p:nvPr/>
        </p:nvSpPr>
        <p:spPr>
          <a:xfrm>
            <a:off x="430094" y="3371220"/>
            <a:ext cx="3362417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377" rtl="0" eaLnBrk="1" latinLnBrk="0" hangingPunct="1"/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Gradients generated from the </a:t>
            </a:r>
            <a:r>
              <a:rPr lang="en-US" sz="14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colours</a:t>
            </a:r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three industries ‘Mobility, Sustainability, Tech’ to re-imagine accent language of the brand in whole.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6E889-3C15-5D88-7746-4F4E9087BD6C}"/>
              </a:ext>
            </a:extLst>
          </p:cNvPr>
          <p:cNvSpPr txBox="1"/>
          <p:nvPr/>
        </p:nvSpPr>
        <p:spPr>
          <a:xfrm>
            <a:off x="430094" y="2793046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Gradients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FF5EB93-B896-8B1D-CDC9-0D481002D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069904"/>
            <a:ext cx="4172262" cy="53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616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Fonts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36A5-71D0-7201-7C93-C8372BF10F69}"/>
              </a:ext>
            </a:extLst>
          </p:cNvPr>
          <p:cNvSpPr txBox="1"/>
          <p:nvPr/>
        </p:nvSpPr>
        <p:spPr>
          <a:xfrm>
            <a:off x="430094" y="1958851"/>
            <a:ext cx="355729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effectLst/>
                <a:latin typeface="+mn-lt"/>
              </a:rPr>
              <a:t>ABCDEFGHIJKLMNOPQRSTUVWXYZ </a:t>
            </a:r>
            <a:r>
              <a:rPr lang="en-US" sz="1800" dirty="0" err="1">
                <a:effectLst/>
                <a:latin typeface="+mn-lt"/>
              </a:rPr>
              <a:t>abcdefghijklmnopqrstuvwxyz</a:t>
            </a:r>
            <a:r>
              <a:rPr lang="en-US" sz="1800" dirty="0">
                <a:effectLst/>
                <a:latin typeface="+mn-lt"/>
              </a:rPr>
              <a:t> 1234567890</a:t>
            </a:r>
            <a:br>
              <a:rPr lang="en-US" sz="1800" dirty="0">
                <a:effectLst/>
                <a:latin typeface="+mn-lt"/>
              </a:rPr>
            </a:br>
            <a:r>
              <a:rPr lang="en-US" sz="1800" dirty="0">
                <a:effectLst/>
                <a:latin typeface="+mn-lt"/>
              </a:rPr>
              <a:t>(.,;:”!@#$%^&amp;*_-) </a:t>
            </a:r>
            <a:endParaRPr lang="en-US" sz="14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E749B-09F0-C37E-F4AD-E390AD9972FF}"/>
              </a:ext>
            </a:extLst>
          </p:cNvPr>
          <p:cNvSpPr txBox="1"/>
          <p:nvPr/>
        </p:nvSpPr>
        <p:spPr>
          <a:xfrm>
            <a:off x="430094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Calibri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11A60-57BC-402A-04E7-9F8A6BA453C0}"/>
              </a:ext>
            </a:extLst>
          </p:cNvPr>
          <p:cNvSpPr txBox="1"/>
          <p:nvPr/>
        </p:nvSpPr>
        <p:spPr>
          <a:xfrm>
            <a:off x="460600" y="4267335"/>
            <a:ext cx="394650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 dirty="0">
                <a:effectLst/>
                <a:latin typeface="+mn-lt"/>
              </a:rPr>
              <a:t>ABCDEFGHIJKLMNOPQRSTUVWXYZ </a:t>
            </a:r>
            <a:r>
              <a:rPr lang="en-US" sz="1800" b="1" dirty="0" err="1">
                <a:effectLst/>
                <a:latin typeface="+mn-lt"/>
              </a:rPr>
              <a:t>abcdefghijklmnopqrstuvwxyz</a:t>
            </a:r>
            <a:r>
              <a:rPr lang="en-US" sz="1800" b="1" dirty="0">
                <a:effectLst/>
                <a:latin typeface="+mn-lt"/>
              </a:rPr>
              <a:t> 1234567890</a:t>
            </a:r>
            <a:br>
              <a:rPr lang="en-US" sz="1800" b="1" dirty="0">
                <a:effectLst/>
                <a:latin typeface="+mn-lt"/>
              </a:rPr>
            </a:br>
            <a:r>
              <a:rPr lang="en-US" sz="1800" b="1" dirty="0">
                <a:effectLst/>
                <a:latin typeface="+mn-lt"/>
              </a:rPr>
              <a:t>(.,;:”!@#$%^&amp;*_-) </a:t>
            </a:r>
            <a:endParaRPr lang="en-US" sz="14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058A-92C2-FA75-14CD-084E86CD5B5D}"/>
              </a:ext>
            </a:extLst>
          </p:cNvPr>
          <p:cNvSpPr txBox="1"/>
          <p:nvPr/>
        </p:nvSpPr>
        <p:spPr>
          <a:xfrm>
            <a:off x="460600" y="3764111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19AADB"/>
                </a:solidFill>
                <a:effectLst/>
                <a:latin typeface="+mn-lt"/>
              </a:rPr>
              <a:t>Calibri  bold </a:t>
            </a:r>
            <a:endParaRPr lang="en-US" sz="30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1F42-A8DC-2B34-325C-9B51C690F306}"/>
              </a:ext>
            </a:extLst>
          </p:cNvPr>
          <p:cNvSpPr txBox="1"/>
          <p:nvPr/>
        </p:nvSpPr>
        <p:spPr>
          <a:xfrm>
            <a:off x="5265384" y="1958851"/>
            <a:ext cx="459814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/>
              <a:t>Calibri font (body) </a:t>
            </a:r>
            <a:r>
              <a:rPr lang="en-US" sz="1800" dirty="0"/>
              <a:t>should be used. Body text color should be </a:t>
            </a:r>
            <a:r>
              <a:rPr lang="en-US" sz="1800" b="1" dirty="0"/>
              <a:t>Black</a:t>
            </a:r>
            <a:r>
              <a:rPr lang="en-US" sz="1800" dirty="0"/>
              <a:t>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B35D-5D74-987B-F947-B682AC690AB5}"/>
              </a:ext>
            </a:extLst>
          </p:cNvPr>
          <p:cNvSpPr txBox="1"/>
          <p:nvPr/>
        </p:nvSpPr>
        <p:spPr>
          <a:xfrm>
            <a:off x="5265385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D2A54-8DB1-0FEF-A6D4-66134191395B}"/>
              </a:ext>
            </a:extLst>
          </p:cNvPr>
          <p:cNvSpPr txBox="1"/>
          <p:nvPr/>
        </p:nvSpPr>
        <p:spPr>
          <a:xfrm>
            <a:off x="5265384" y="3622982"/>
            <a:ext cx="4598143" cy="6951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Title text size: 32 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Other Text Boxes text size :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02C8-BA6B-1ADB-FF39-AE0043EFC556}"/>
              </a:ext>
            </a:extLst>
          </p:cNvPr>
          <p:cNvSpPr txBox="1"/>
          <p:nvPr/>
        </p:nvSpPr>
        <p:spPr>
          <a:xfrm>
            <a:off x="5265385" y="3044808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Title Slide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72EAC-99AF-8A35-9829-8A84297F3122}"/>
              </a:ext>
            </a:extLst>
          </p:cNvPr>
          <p:cNvSpPr txBox="1"/>
          <p:nvPr/>
        </p:nvSpPr>
        <p:spPr>
          <a:xfrm>
            <a:off x="5265384" y="5198139"/>
            <a:ext cx="6571472" cy="9444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Ideal font size 16. Minimum font size can be 8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Minimum 0.5 cm of space should be left blank on either sides. These are pre-defined in the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EB49-DBBA-C54B-EF52-B54743FA7553}"/>
              </a:ext>
            </a:extLst>
          </p:cNvPr>
          <p:cNvSpPr txBox="1"/>
          <p:nvPr/>
        </p:nvSpPr>
        <p:spPr>
          <a:xfrm>
            <a:off x="5265385" y="4619965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Content Slide</a:t>
            </a:r>
          </a:p>
        </p:txBody>
      </p:sp>
    </p:spTree>
    <p:extLst>
      <p:ext uri="{BB962C8B-B14F-4D97-AF65-F5344CB8AC3E}">
        <p14:creationId xmlns:p14="http://schemas.microsoft.com/office/powerpoint/2010/main" val="42130945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Brand Motif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7353" y="1696469"/>
            <a:ext cx="3777295" cy="35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23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5946325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Brand Motif Usage Guideline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299601"/>
            <a:ext cx="1972966" cy="183018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D29356C-3545-F8F8-3925-419BCF60C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910" y="4392059"/>
            <a:ext cx="1571983" cy="145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8CEB3-AD86-4BFE-56F0-1CA160CC4E0F}"/>
              </a:ext>
            </a:extLst>
          </p:cNvPr>
          <p:cNvSpPr txBox="1"/>
          <p:nvPr/>
        </p:nvSpPr>
        <p:spPr>
          <a:xfrm>
            <a:off x="2698564" y="1808033"/>
            <a:ext cx="877906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/>
              <a:t>First, choose the Brand Motif. Next, draw a rectangle over it. Then, select both the motif and the rectangle. After that, navigate to the </a:t>
            </a:r>
            <a:r>
              <a:rPr lang="en-US" sz="1800" b="1" dirty="0"/>
              <a:t>shape format </a:t>
            </a:r>
            <a:r>
              <a:rPr lang="en-US" sz="1800" b="0" dirty="0"/>
              <a:t>options. From there, choose to </a:t>
            </a:r>
            <a:r>
              <a:rPr lang="en-US" sz="1800" b="1" dirty="0"/>
              <a:t>merge shapes </a:t>
            </a:r>
            <a:r>
              <a:rPr lang="en-US" sz="1800" b="0" dirty="0"/>
              <a:t>option and then select the </a:t>
            </a:r>
            <a:r>
              <a:rPr lang="en-US" sz="1800" b="1" dirty="0"/>
              <a:t>subtract</a:t>
            </a:r>
            <a:r>
              <a:rPr lang="en-US" sz="1800" b="0" dirty="0"/>
              <a:t> option.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2CADD-887E-AD4F-C4AB-C2D6A0AAFCFF}"/>
              </a:ext>
            </a:extLst>
          </p:cNvPr>
          <p:cNvSpPr txBox="1"/>
          <p:nvPr/>
        </p:nvSpPr>
        <p:spPr>
          <a:xfrm>
            <a:off x="2710312" y="1299601"/>
            <a:ext cx="902108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What is the process for cropping a section of a Motif in order to properly align text within it?</a:t>
            </a:r>
            <a:endParaRPr lang="en-US" sz="1400" b="1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417DF-986C-CC28-E121-34AEF7A97197}"/>
              </a:ext>
            </a:extLst>
          </p:cNvPr>
          <p:cNvSpPr/>
          <p:nvPr/>
        </p:nvSpPr>
        <p:spPr>
          <a:xfrm>
            <a:off x="1054902" y="4869307"/>
            <a:ext cx="895968" cy="50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AADCC8-7DB8-1A43-BB81-A9BE745AE3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954" r="50342" b="81083"/>
          <a:stretch/>
        </p:blipFill>
        <p:spPr>
          <a:xfrm>
            <a:off x="3593752" y="4258732"/>
            <a:ext cx="1723105" cy="1297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2C84CA-32E1-3CC5-6311-D253E64B040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2135" b="73524"/>
          <a:stretch/>
        </p:blipFill>
        <p:spPr>
          <a:xfrm>
            <a:off x="6782905" y="4211804"/>
            <a:ext cx="3057525" cy="18157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77322-66F5-B1D4-800A-30AA8353AFE8}"/>
              </a:ext>
            </a:extLst>
          </p:cNvPr>
          <p:cNvSpPr txBox="1"/>
          <p:nvPr/>
        </p:nvSpPr>
        <p:spPr>
          <a:xfrm>
            <a:off x="440622" y="3429000"/>
            <a:ext cx="2314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01</a:t>
            </a:r>
          </a:p>
          <a:p>
            <a:pPr algn="ctr"/>
            <a:r>
              <a:rPr lang="en-US" sz="1400" b="0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Draw rectangle over Motif</a:t>
            </a:r>
            <a:endParaRPr lang="en-US" sz="1400" b="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BE6DD-DC95-A3B0-6623-7E6B28995488}"/>
              </a:ext>
            </a:extLst>
          </p:cNvPr>
          <p:cNvSpPr txBox="1"/>
          <p:nvPr/>
        </p:nvSpPr>
        <p:spPr>
          <a:xfrm>
            <a:off x="2783115" y="3429000"/>
            <a:ext cx="3797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02</a:t>
            </a:r>
          </a:p>
          <a:p>
            <a:pPr algn="ctr"/>
            <a:r>
              <a:rPr lang="en-US" sz="1400" b="0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Select Motif and rectangle Go to Shape Format</a:t>
            </a:r>
            <a:endParaRPr lang="en-US" sz="1400" b="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1B2DA-3CB9-D6E7-DD9C-11A106A84215}"/>
              </a:ext>
            </a:extLst>
          </p:cNvPr>
          <p:cNvSpPr txBox="1"/>
          <p:nvPr/>
        </p:nvSpPr>
        <p:spPr>
          <a:xfrm>
            <a:off x="6614334" y="3429000"/>
            <a:ext cx="322609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03</a:t>
            </a:r>
          </a:p>
          <a:p>
            <a:pPr algn="ctr"/>
            <a:r>
              <a:rPr lang="en-US" sz="1400" b="0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Go to Merge Shape and select Subtract</a:t>
            </a:r>
            <a:endParaRPr lang="en-US" sz="1400" b="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221101D-FDFC-86AA-1D83-7109BC56F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089684" y="4097839"/>
            <a:ext cx="1571983" cy="1458221"/>
          </a:xfrm>
          <a:custGeom>
            <a:avLst/>
            <a:gdLst>
              <a:gd name="connsiteX0" fmla="*/ 0 w 1571983"/>
              <a:gd name="connsiteY0" fmla="*/ 0 h 1458221"/>
              <a:gd name="connsiteX1" fmla="*/ 1571983 w 1571983"/>
              <a:gd name="connsiteY1" fmla="*/ 0 h 1458221"/>
              <a:gd name="connsiteX2" fmla="*/ 1571983 w 1571983"/>
              <a:gd name="connsiteY2" fmla="*/ 477248 h 1458221"/>
              <a:gd name="connsiteX3" fmla="*/ 785992 w 1571983"/>
              <a:gd name="connsiteY3" fmla="*/ 477248 h 1458221"/>
              <a:gd name="connsiteX4" fmla="*/ 785992 w 1571983"/>
              <a:gd name="connsiteY4" fmla="*/ 980971 h 1458221"/>
              <a:gd name="connsiteX5" fmla="*/ 1571983 w 1571983"/>
              <a:gd name="connsiteY5" fmla="*/ 980971 h 1458221"/>
              <a:gd name="connsiteX6" fmla="*/ 1571983 w 1571983"/>
              <a:gd name="connsiteY6" fmla="*/ 1458221 h 1458221"/>
              <a:gd name="connsiteX7" fmla="*/ 0 w 1571983"/>
              <a:gd name="connsiteY7" fmla="*/ 1458221 h 145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1983" h="1458221">
                <a:moveTo>
                  <a:pt x="0" y="0"/>
                </a:moveTo>
                <a:lnTo>
                  <a:pt x="1571983" y="0"/>
                </a:lnTo>
                <a:lnTo>
                  <a:pt x="1571983" y="477248"/>
                </a:lnTo>
                <a:lnTo>
                  <a:pt x="785992" y="477248"/>
                </a:lnTo>
                <a:lnTo>
                  <a:pt x="785992" y="980971"/>
                </a:lnTo>
                <a:lnTo>
                  <a:pt x="1571983" y="980971"/>
                </a:lnTo>
                <a:lnTo>
                  <a:pt x="1571983" y="1458221"/>
                </a:lnTo>
                <a:lnTo>
                  <a:pt x="0" y="1458221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7E6E2C-1FBA-DF67-4866-A2EB5D9769B8}"/>
              </a:ext>
            </a:extLst>
          </p:cNvPr>
          <p:cNvSpPr txBox="1"/>
          <p:nvPr/>
        </p:nvSpPr>
        <p:spPr>
          <a:xfrm>
            <a:off x="9874574" y="3429000"/>
            <a:ext cx="200220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C0199D-0C75-32FD-6B39-C4ACF7E20AD7}"/>
              </a:ext>
            </a:extLst>
          </p:cNvPr>
          <p:cNvCxnSpPr>
            <a:cxnSpLocks/>
          </p:cNvCxnSpPr>
          <p:nvPr/>
        </p:nvCxnSpPr>
        <p:spPr>
          <a:xfrm>
            <a:off x="2433566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3A277-F1EB-31D3-399B-7E9FB38A2036}"/>
              </a:ext>
            </a:extLst>
          </p:cNvPr>
          <p:cNvCxnSpPr>
            <a:cxnSpLocks/>
          </p:cNvCxnSpPr>
          <p:nvPr/>
        </p:nvCxnSpPr>
        <p:spPr>
          <a:xfrm>
            <a:off x="5436358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F6D842-5E3D-CD6D-36B8-A73EC287289A}"/>
              </a:ext>
            </a:extLst>
          </p:cNvPr>
          <p:cNvCxnSpPr>
            <a:cxnSpLocks/>
          </p:cNvCxnSpPr>
          <p:nvPr/>
        </p:nvCxnSpPr>
        <p:spPr>
          <a:xfrm>
            <a:off x="8779633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57380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Brand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B490D-5629-C016-B97D-AD41DACAE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2B322-22A7-99FB-B545-F5219FFB4846}"/>
              </a:ext>
            </a:extLst>
          </p:cNvPr>
          <p:cNvSpPr txBox="1"/>
          <p:nvPr/>
        </p:nvSpPr>
        <p:spPr>
          <a:xfrm>
            <a:off x="6670624" y="296733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One or more emphasizing element is marked in corporate color palette with brand dark blue or white as the rest. </a:t>
            </a:r>
          </a:p>
        </p:txBody>
      </p:sp>
    </p:spTree>
    <p:extLst>
      <p:ext uri="{BB962C8B-B14F-4D97-AF65-F5344CB8AC3E}">
        <p14:creationId xmlns:p14="http://schemas.microsoft.com/office/powerpoint/2010/main" val="4849621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Mobl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Mobility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A34AC5-3407-E31A-4BD6-234AF7B63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E316A-8F40-E371-625D-DEEDC6973BAE}"/>
              </a:ext>
            </a:extLst>
          </p:cNvPr>
          <p:cNvSpPr txBox="1"/>
          <p:nvPr/>
        </p:nvSpPr>
        <p:spPr>
          <a:xfrm>
            <a:off x="6670624" y="325214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 dirty="0">
                <a:effectLst/>
                <a:latin typeface="+mn-lt"/>
              </a:rPr>
              <a:t>One or more emphasizing element is marked in absolute blue with brand dark blue or white as the rest.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05252-EE33-D0B1-783E-F4C3E04451CC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0749C6"/>
                </a:solidFill>
                <a:effectLst/>
                <a:latin typeface="+mn-lt"/>
              </a:rPr>
              <a:t>Mobility </a:t>
            </a:r>
            <a:endParaRPr lang="en-US" sz="3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79863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Sustainability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BA5DED-B8D0-DD36-1D16-D3C48E7B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C3FB-F9BA-987C-304C-44C3753E3455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 dirty="0">
                <a:effectLst/>
                <a:latin typeface="+mn-lt"/>
              </a:rPr>
              <a:t>One or more emphasizing element is marked in green with brand dark blue or white as the rest. </a:t>
            </a: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0031-8FCE-ACC4-77C4-7361B0B3EFBA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74BF43"/>
                </a:solidFill>
                <a:effectLst/>
                <a:latin typeface="+mn-lt"/>
              </a:rPr>
              <a:t>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30190305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Tech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0A2DEB5-CAF5-D6D8-F05D-6C4921E62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00" y="1780665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9B1A1-5BC3-057F-FD8E-665DA5D841AF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 dirty="0">
                <a:effectLst/>
                <a:latin typeface="+mn-lt"/>
              </a:rPr>
              <a:t>One or more emphasizing element is marked in metallic yellow with brand dark blue or white as the 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7C731-AA28-2FC1-18D9-C9C5EB881A1F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chemeClr val="accent3"/>
                </a:solidFill>
                <a:effectLst/>
                <a:latin typeface="+mn-lt"/>
              </a:rPr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31477275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curved lines on a black background&#10;&#10;Description automatically generated">
            <a:extLst>
              <a:ext uri="{FF2B5EF4-FFF2-40B4-BE49-F238E27FC236}">
                <a16:creationId xmlns:a16="http://schemas.microsoft.com/office/drawing/2014/main" id="{7F6AB018-62ED-7948-EF17-C34E8B9BD0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EF4229A-DFB1-9317-897F-2E90A672E7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35" y="2766219"/>
            <a:ext cx="1076213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Section breaker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A85C3D-8965-4C0B-821E-A3181C1766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301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DFB105-664C-C269-9783-3021DFF7A1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959" y="2772942"/>
            <a:ext cx="1052008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FFB807-E607-06F9-C20B-E41EBBD64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459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DFB105-664C-C269-9783-3021DFF7A14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Engineering.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804994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4A76-7E84-57AB-7874-830A29735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40C09-7E57-89A1-3C61-DA4DEF58C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3620-B9B0-0D1B-2895-6162C651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6FD5-F96C-4BA9-AC76-838777024D0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E94A-67E7-FCCF-8FD3-B6B56033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E4E64-8412-F541-FB0B-9E1C810C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2629-747D-4443-9E64-25850A1C4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5431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roup 280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163" name="Straight Connector 162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1952793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01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64000" y="0"/>
            <a:ext cx="11270800" cy="81584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A9DE057-7750-4B1F-AD64-303D665A2CDB}"/>
              </a:ext>
            </a:extLst>
          </p:cNvPr>
          <p:cNvSpPr/>
          <p:nvPr userDrawn="1"/>
        </p:nvSpPr>
        <p:spPr>
          <a:xfrm>
            <a:off x="464000" y="815840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37749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0">
          <p15:clr>
            <a:srgbClr val="A4A3A4"/>
          </p15:clr>
        </p15:guide>
        <p15:guide id="2" pos="7392">
          <p15:clr>
            <a:srgbClr val="A4A3A4"/>
          </p15:clr>
        </p15:guide>
        <p15:guide id="3" pos="288">
          <p15:clr>
            <a:srgbClr val="A4A3A4"/>
          </p15:clr>
        </p15:guide>
        <p15:guide id="4" orient="horz" pos="816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135764" y="285347"/>
            <a:ext cx="9952477" cy="1582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Freeform: Shape 2"/>
          <p:cNvSpPr/>
          <p:nvPr userDrawn="1"/>
        </p:nvSpPr>
        <p:spPr>
          <a:xfrm>
            <a:off x="314554" y="-4480"/>
            <a:ext cx="4908121" cy="6602855"/>
          </a:xfrm>
          <a:custGeom>
            <a:avLst/>
            <a:gdLst>
              <a:gd name="connsiteX0" fmla="*/ 0 w 5097780"/>
              <a:gd name="connsiteY0" fmla="*/ 0 h 6843364"/>
              <a:gd name="connsiteX1" fmla="*/ 3161595 w 5097780"/>
              <a:gd name="connsiteY1" fmla="*/ 0 h 6843364"/>
              <a:gd name="connsiteX2" fmla="*/ 5097780 w 5097780"/>
              <a:gd name="connsiteY2" fmla="*/ 6829647 h 6843364"/>
              <a:gd name="connsiteX3" fmla="*/ 0 w 5097780"/>
              <a:gd name="connsiteY3" fmla="*/ 6843364 h 6843364"/>
              <a:gd name="connsiteX4" fmla="*/ 0 w 5097780"/>
              <a:gd name="connsiteY4" fmla="*/ 0 h 684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7780" h="6843364">
                <a:moveTo>
                  <a:pt x="0" y="0"/>
                </a:moveTo>
                <a:lnTo>
                  <a:pt x="3161595" y="0"/>
                </a:lnTo>
                <a:lnTo>
                  <a:pt x="5097780" y="6829647"/>
                </a:lnTo>
                <a:lnTo>
                  <a:pt x="0" y="6843364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-8608"/>
            <a:ext cx="5219107" cy="6602853"/>
          </a:xfrm>
          <a:custGeom>
            <a:avLst/>
            <a:gdLst>
              <a:gd name="connsiteX0" fmla="*/ 0 w 4065587"/>
              <a:gd name="connsiteY0" fmla="*/ 0 h 5143500"/>
              <a:gd name="connsiteX1" fmla="*/ 4065587 w 4065587"/>
              <a:gd name="connsiteY1" fmla="*/ 0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  <a:gd name="connsiteX0" fmla="*/ 0 w 4065587"/>
              <a:gd name="connsiteY0" fmla="*/ 0 h 5143500"/>
              <a:gd name="connsiteX1" fmla="*/ 3209553 w 4065587"/>
              <a:gd name="connsiteY1" fmla="*/ 0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  <a:gd name="connsiteX0" fmla="*/ 0 w 4065587"/>
              <a:gd name="connsiteY0" fmla="*/ 0 h 5143500"/>
              <a:gd name="connsiteX1" fmla="*/ 2580498 w 4065587"/>
              <a:gd name="connsiteY1" fmla="*/ 38911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  <a:gd name="connsiteX0" fmla="*/ 0 w 4065587"/>
              <a:gd name="connsiteY0" fmla="*/ 0 h 5143500"/>
              <a:gd name="connsiteX1" fmla="*/ 2398915 w 4065587"/>
              <a:gd name="connsiteY1" fmla="*/ 0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5587" h="5143500">
                <a:moveTo>
                  <a:pt x="0" y="0"/>
                </a:moveTo>
                <a:lnTo>
                  <a:pt x="2398915" y="0"/>
                </a:lnTo>
                <a:lnTo>
                  <a:pt x="40655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algn="ctr">
              <a:defRPr sz="1467" baseline="0"/>
            </a:lvl1pPr>
          </a:lstStyle>
          <a:p>
            <a:r>
              <a:rPr lang="en-US"/>
              <a:t>Click on add image</a:t>
            </a:r>
          </a:p>
        </p:txBody>
      </p:sp>
    </p:spTree>
    <p:extLst>
      <p:ext uri="{BB962C8B-B14F-4D97-AF65-F5344CB8AC3E}">
        <p14:creationId xmlns:p14="http://schemas.microsoft.com/office/powerpoint/2010/main" val="32734269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rainbow&#10;&#10;Description automatically generated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338921"/>
            <a:ext cx="8937171" cy="757130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LT Pro 55 Roman" panose="020B0602020204020204" pitchFamily="34" charset="77"/>
                <a:ea typeface="Frutiger LT Pro 55 Roman" panose="020B0602020204020204" pitchFamily="34" charset="77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MLOPs Overview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>
                <a:latin typeface="Frutiger LT Pro 55 Roman" panose="020B0602020204020204" pitchFamily="34" charset="77"/>
              </a:rPr>
              <a:t>Driving Scalable AI and ML at modern enterprises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>
                <a:latin typeface="Frutiger LT Pro 55 Roman" panose="020B0602020204020204" pitchFamily="34" charset="77"/>
              </a:rPr>
              <a:t>Ananda Roy</a:t>
            </a:r>
          </a:p>
          <a:p>
            <a:pPr>
              <a:lnSpc>
                <a:spcPts val="2000"/>
              </a:lnSpc>
            </a:pPr>
            <a:r>
              <a:rPr lang="en-US" sz="1400" b="0">
                <a:latin typeface="Frutiger LT Pro 55 Roman" panose="020B0602020204020204" pitchFamily="34" charset="77"/>
              </a:rPr>
              <a:t>September, 2023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5F2177-3D8B-CE97-095B-738ADD1D68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1472" y="314094"/>
            <a:ext cx="2708161" cy="76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987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A69005D8-0A67-F661-0422-39B24F37B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47A63-CFE8-CA9F-F001-1F56795E58C8}"/>
              </a:ext>
            </a:extLst>
          </p:cNvPr>
          <p:cNvSpPr txBox="1"/>
          <p:nvPr userDrawn="1"/>
        </p:nvSpPr>
        <p:spPr>
          <a:xfrm>
            <a:off x="387463" y="796199"/>
            <a:ext cx="6345306" cy="18024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spc="-15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Let’s get to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2EB41-E38E-AD39-7A44-A07A0987B1B7}"/>
              </a:ext>
            </a:extLst>
          </p:cNvPr>
          <p:cNvSpPr txBox="1"/>
          <p:nvPr userDrawn="1"/>
        </p:nvSpPr>
        <p:spPr>
          <a:xfrm>
            <a:off x="842241" y="1921181"/>
            <a:ext cx="6345306" cy="180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spc="-15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future, faster.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5133F-5B58-B32C-5DAA-CC87E085DD48}"/>
              </a:ext>
            </a:extLst>
          </p:cNvPr>
          <p:cNvSpPr txBox="1"/>
          <p:nvPr userDrawn="1"/>
        </p:nvSpPr>
        <p:spPr>
          <a:xfrm>
            <a:off x="838034" y="2973140"/>
            <a:ext cx="4368025" cy="176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b="1" spc="-150">
                <a:solidFill>
                  <a:srgbClr val="0192D5"/>
                </a:solidFill>
                <a:effectLst/>
                <a:latin typeface="Source Sans Pro" panose="020B0503030403020204" pitchFamily="34" charset="77"/>
              </a:rPr>
              <a:t>Together.</a:t>
            </a:r>
          </a:p>
        </p:txBody>
      </p:sp>
    </p:spTree>
    <p:extLst>
      <p:ext uri="{BB962C8B-B14F-4D97-AF65-F5344CB8AC3E}">
        <p14:creationId xmlns:p14="http://schemas.microsoft.com/office/powerpoint/2010/main" val="4094591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5704B-C3B8-361E-ECB4-AAF0D190B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588"/>
          <a:stretch/>
        </p:blipFill>
        <p:spPr>
          <a:xfrm rot="10800000" flipH="1">
            <a:off x="1" y="-1"/>
            <a:ext cx="12190413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0640" y="1508588"/>
            <a:ext cx="6337582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0" y="4388313"/>
            <a:ext cx="633758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706855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9767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36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pos="7344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5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03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81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99821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23190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1962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1FB881-30C1-45DC-F30C-3F1DFC4F17F8}"/>
              </a:ext>
            </a:extLst>
          </p:cNvPr>
          <p:cNvSpPr/>
          <p:nvPr userDrawn="1"/>
        </p:nvSpPr>
        <p:spPr>
          <a:xfrm>
            <a:off x="0" y="0"/>
            <a:ext cx="12192000" cy="6228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chemeClr val="bg1"/>
                </a:solidFill>
                <a:latin typeface="Frutiger LT Pro 55 Roman" panose="020B0602020204020204" pitchFamily="34" charset="77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chemeClr val="bg1"/>
                </a:solidFill>
                <a:latin typeface="Frutiger LT Pro 55 Roman" panose="020B0602020204020204" pitchFamily="34" charset="77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chemeClr val="bg1"/>
                </a:solidFill>
                <a:latin typeface="Frutiger LT Pro 55 Roman" panose="020B0602020204020204" pitchFamily="34" charset="77"/>
              </a:defRPr>
            </a:lvl4pPr>
            <a:lvl5pPr>
              <a:buFont typeface="Wingdings" pitchFamily="2" charset="2"/>
              <a:buChar char="§"/>
              <a:defRPr sz="1400">
                <a:solidFill>
                  <a:schemeClr val="bg1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10287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154305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err="1"/>
              <a:t>fsdfdasfdsafasdfsdfa</a:t>
            </a:r>
            <a:endParaRPr lang="en-US"/>
          </a:p>
          <a:p>
            <a:pPr marL="285750" lvl="2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BBD03CE7-7A4A-98C2-6D96-49236346E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chemeClr val="bg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7296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Headline goes here</a:t>
            </a:r>
            <a:br>
              <a:rPr lang="en-US"/>
            </a:br>
            <a:r>
              <a:rPr lang="en-US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780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4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060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52236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13331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846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4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ainbow&#10;&#10;Description automatically generated">
            <a:extLst>
              <a:ext uri="{FF2B5EF4-FFF2-40B4-BE49-F238E27FC236}">
                <a16:creationId xmlns:a16="http://schemas.microsoft.com/office/drawing/2014/main" id="{834822A9-DF3C-76DA-0F7D-428C964456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67236"/>
            <a:ext cx="12192001" cy="692523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21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image" Target="../media/image33.jpeg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theme" Target="../theme/theme4.xml"/><Relationship Id="rId30" Type="http://schemas.openxmlformats.org/officeDocument/2006/relationships/image" Target="../media/image34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86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image" Target="../media/image3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DA546125-7EB2-8DBC-74DB-D8ECFD1DD116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203609" y="6481744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400"/>
            <a:fld id="{D1AD548E-8EA6-684F-9B89-4E9F5DC57BB8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‹#›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884772" y="6493142"/>
            <a:ext cx="2422457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400">
              <a:defRPr/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Restricted Circulation | www.LTTS.com</a:t>
            </a:r>
          </a:p>
        </p:txBody>
      </p: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40175" y="6447390"/>
            <a:ext cx="1836054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6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4332" r:id="rId25"/>
    <p:sldLayoutId id="2147484334" r:id="rId26"/>
    <p:sldLayoutId id="2147484335" r:id="rId27"/>
    <p:sldLayoutId id="214748433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1B8454CE-1EF6-D48F-563F-23B3F145BF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51B557-B1F4-D238-58E1-14870747B8A7}"/>
              </a:ext>
            </a:extLst>
          </p:cNvPr>
          <p:cNvSpPr txBox="1"/>
          <p:nvPr userDrawn="1"/>
        </p:nvSpPr>
        <p:spPr>
          <a:xfrm>
            <a:off x="11203610" y="6481745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77"/>
            <a:fld id="{D1AD548E-8EA6-684F-9B89-4E9F5DC57BB8}" type="slidenum">
              <a:rPr lang="en-US" sz="1100" smtClean="0">
                <a:solidFill>
                  <a:schemeClr val="bg1"/>
                </a:solidFill>
                <a:latin typeface="+mn-lt"/>
              </a:rPr>
              <a:pPr algn="r" defTabSz="914377"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DB1FF-3E4B-4EA2-C964-D00B2AA4B437}"/>
              </a:ext>
            </a:extLst>
          </p:cNvPr>
          <p:cNvSpPr txBox="1"/>
          <p:nvPr userDrawn="1"/>
        </p:nvSpPr>
        <p:spPr>
          <a:xfrm>
            <a:off x="4884773" y="6493144"/>
            <a:ext cx="2422456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77"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 Circulation | www.LTTS.com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10477A2-1D5F-EE01-212B-20BCD0C632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175" y="6447391"/>
            <a:ext cx="1836055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3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DA546125-7EB2-8DBC-74DB-D8ECFD1DD11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03609" y="6481744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400"/>
            <a:fld id="{D1AD548E-8EA6-684F-9B89-4E9F5DC57BB8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‹#›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84772" y="6493142"/>
            <a:ext cx="2422457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400">
              <a:defRPr/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Restricted Circulation | www.LTTS.com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40175" y="6447390"/>
            <a:ext cx="1836054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0" r:id="rId1"/>
    <p:sldLayoutId id="2147484151" r:id="rId2"/>
    <p:sldLayoutId id="2147484152" r:id="rId3"/>
    <p:sldLayoutId id="2147484153" r:id="rId4"/>
    <p:sldLayoutId id="2147484154" r:id="rId5"/>
    <p:sldLayoutId id="2147484155" r:id="rId6"/>
    <p:sldLayoutId id="2147484156" r:id="rId7"/>
    <p:sldLayoutId id="2147484157" r:id="rId8"/>
    <p:sldLayoutId id="2147484158" r:id="rId9"/>
    <p:sldLayoutId id="2147484159" r:id="rId10"/>
    <p:sldLayoutId id="2147484160" r:id="rId11"/>
    <p:sldLayoutId id="2147484161" r:id="rId12"/>
    <p:sldLayoutId id="2147484162" r:id="rId13"/>
    <p:sldLayoutId id="2147484163" r:id="rId14"/>
    <p:sldLayoutId id="2147484164" r:id="rId15"/>
    <p:sldLayoutId id="2147484165" r:id="rId16"/>
    <p:sldLayoutId id="2147484166" r:id="rId17"/>
    <p:sldLayoutId id="2147484167" r:id="rId18"/>
    <p:sldLayoutId id="2147484168" r:id="rId19"/>
    <p:sldLayoutId id="2147484169" r:id="rId20"/>
    <p:sldLayoutId id="2147484170" r:id="rId21"/>
    <p:sldLayoutId id="2147484171" r:id="rId22"/>
    <p:sldLayoutId id="2147484172" r:id="rId23"/>
    <p:sldLayoutId id="2147484173" r:id="rId24"/>
    <p:sldLayoutId id="2147484174" r:id="rId25"/>
    <p:sldLayoutId id="2147484175" r:id="rId26"/>
    <p:sldLayoutId id="2147484176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C2BFE4A6-7191-91BF-9A26-912CA738BC68}"/>
              </a:ext>
            </a:extLst>
          </p:cNvPr>
          <p:cNvPicPr>
            <a:picLocks noChangeAspect="1"/>
          </p:cNvPicPr>
          <p:nvPr/>
        </p:nvPicPr>
        <p:blipFill>
          <a:blip r:embed="rId2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9B4F82-240B-C9FD-1720-A8A5B800F42E}"/>
              </a:ext>
            </a:extLst>
          </p:cNvPr>
          <p:cNvSpPr txBox="1"/>
          <p:nvPr/>
        </p:nvSpPr>
        <p:spPr>
          <a:xfrm>
            <a:off x="11203609" y="6481744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400"/>
            <a:fld id="{D1AD548E-8EA6-684F-9B89-4E9F5DC57BB8}" type="slidenum">
              <a:rPr lang="en-US" sz="1100" smtClean="0">
                <a:solidFill>
                  <a:srgbClr val="7F7F7F"/>
                </a:solidFill>
                <a:latin typeface="+mn-lt"/>
              </a:rPr>
              <a:t>‹#›</a:t>
            </a:fld>
            <a:endParaRPr lang="en-US" sz="11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6B5A5-8A0A-8717-9E4A-C751EC5AD8C0}"/>
              </a:ext>
            </a:extLst>
          </p:cNvPr>
          <p:cNvSpPr txBox="1"/>
          <p:nvPr/>
        </p:nvSpPr>
        <p:spPr>
          <a:xfrm>
            <a:off x="4884772" y="6493142"/>
            <a:ext cx="2422457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400">
              <a:defRPr/>
            </a:pPr>
            <a:r>
              <a:rPr lang="en-US" sz="1100" dirty="0">
                <a:solidFill>
                  <a:srgbClr val="7F7F7F"/>
                </a:solidFill>
                <a:latin typeface="+mn-lt"/>
              </a:rPr>
              <a:t>Restricted Circulation | www.LTTS.com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2B27CC2-6654-2BB1-210A-9FBC8A872CC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40175" y="6447390"/>
            <a:ext cx="1836054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6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81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  <p:sldLayoutId id="2147484194" r:id="rId14"/>
    <p:sldLayoutId id="2147484195" r:id="rId15"/>
    <p:sldLayoutId id="2147484196" r:id="rId16"/>
    <p:sldLayoutId id="2147484197" r:id="rId17"/>
    <p:sldLayoutId id="2147484198" r:id="rId18"/>
    <p:sldLayoutId id="2147484199" r:id="rId19"/>
    <p:sldLayoutId id="2147484200" r:id="rId20"/>
    <p:sldLayoutId id="2147484201" r:id="rId21"/>
    <p:sldLayoutId id="2147484202" r:id="rId22"/>
    <p:sldLayoutId id="2147484203" r:id="rId23"/>
    <p:sldLayoutId id="2147484204" r:id="rId24"/>
    <p:sldLayoutId id="2147484205" r:id="rId25"/>
    <p:sldLayoutId id="214748433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6A3793-CCAA-46E9-8D32-B4C5BB69EE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45"/>
          <a:stretch/>
        </p:blipFill>
        <p:spPr>
          <a:xfrm>
            <a:off x="93740" y="0"/>
            <a:ext cx="12098260" cy="67419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63C88-C22B-4D64-AF8C-159C0FF77019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06A6C-1DE4-455F-BBF0-7AF0BA518A2E}"/>
              </a:ext>
            </a:extLst>
          </p:cNvPr>
          <p:cNvSpPr txBox="1"/>
          <p:nvPr userDrawn="1"/>
        </p:nvSpPr>
        <p:spPr>
          <a:xfrm>
            <a:off x="3974169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7D158-5B6C-4709-AD2E-6476B835467F}"/>
              </a:ext>
            </a:extLst>
          </p:cNvPr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8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275" r:id="rId19"/>
    <p:sldLayoutId id="214748427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eg"/><Relationship Id="rId5" Type="http://schemas.openxmlformats.org/officeDocument/2006/relationships/image" Target="../media/image44.jpg"/><Relationship Id="rId4" Type="http://schemas.openxmlformats.org/officeDocument/2006/relationships/image" Target="../media/image4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1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1.xml"/><Relationship Id="rId11" Type="http://schemas.openxmlformats.org/officeDocument/2006/relationships/image" Target="../media/image5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F9F59622-4AB4-45CD-6311-DE109EFF7F7A}"/>
              </a:ext>
            </a:extLst>
          </p:cNvPr>
          <p:cNvSpPr txBox="1">
            <a:spLocks/>
          </p:cNvSpPr>
          <p:nvPr/>
        </p:nvSpPr>
        <p:spPr>
          <a:xfrm>
            <a:off x="3150308" y="1028474"/>
            <a:ext cx="6434725" cy="1016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54">
              <a:buNone/>
              <a:defRPr/>
            </a:pPr>
            <a:r>
              <a:rPr lang="en-US" sz="3400" b="1" dirty="0">
                <a:solidFill>
                  <a:srgbClr val="EEC208"/>
                </a:solidFill>
                <a:latin typeface="Calibri"/>
              </a:rPr>
              <a:t>9</a:t>
            </a:r>
            <a:r>
              <a:rPr lang="en-US" sz="3400" b="1" baseline="30000" dirty="0">
                <a:solidFill>
                  <a:srgbClr val="EEC208"/>
                </a:solidFill>
                <a:latin typeface="Calibri"/>
              </a:rPr>
              <a:t>th</a:t>
            </a:r>
            <a:r>
              <a:rPr lang="en-US" sz="3400" b="1" dirty="0">
                <a:solidFill>
                  <a:srgbClr val="EEC208"/>
                </a:solidFill>
                <a:latin typeface="Calibri"/>
              </a:rPr>
              <a:t> Edition TECHgium</a:t>
            </a:r>
            <a:r>
              <a:rPr lang="en-US" sz="3400" baseline="30000" dirty="0">
                <a:solidFill>
                  <a:srgbClr val="EEC208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®</a:t>
            </a:r>
            <a:endParaRPr lang="en-US" sz="3400" b="1" dirty="0">
              <a:solidFill>
                <a:srgbClr val="EEC208"/>
              </a:solidFill>
              <a:latin typeface="Calibri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BD592B8-B975-5EF7-D697-B70B88CC8767}"/>
              </a:ext>
            </a:extLst>
          </p:cNvPr>
          <p:cNvSpPr txBox="1">
            <a:spLocks/>
          </p:cNvSpPr>
          <p:nvPr/>
        </p:nvSpPr>
        <p:spPr>
          <a:xfrm>
            <a:off x="3092853" y="1675503"/>
            <a:ext cx="6434725" cy="591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54"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Calibri"/>
              </a:rPr>
              <a:t>Virtual POC 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EC026-D205-683E-D4DC-C4254CB8B8C5}"/>
              </a:ext>
            </a:extLst>
          </p:cNvPr>
          <p:cNvSpPr/>
          <p:nvPr/>
        </p:nvSpPr>
        <p:spPr>
          <a:xfrm>
            <a:off x="3720130" y="4149512"/>
            <a:ext cx="1113837" cy="1129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1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CCEEB3-F52B-A8AF-16BD-BC8064DE6CC5}"/>
              </a:ext>
            </a:extLst>
          </p:cNvPr>
          <p:cNvSpPr/>
          <p:nvPr/>
        </p:nvSpPr>
        <p:spPr>
          <a:xfrm>
            <a:off x="4987366" y="4141988"/>
            <a:ext cx="1113837" cy="1137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2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E6148-4469-6D3E-4B39-6FA4609AD859}"/>
              </a:ext>
            </a:extLst>
          </p:cNvPr>
          <p:cNvSpPr/>
          <p:nvPr/>
        </p:nvSpPr>
        <p:spPr>
          <a:xfrm>
            <a:off x="6236670" y="4141987"/>
            <a:ext cx="1113837" cy="1129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3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38503C-3DE1-467C-01CE-1A52D85C4B52}"/>
              </a:ext>
            </a:extLst>
          </p:cNvPr>
          <p:cNvSpPr/>
          <p:nvPr/>
        </p:nvSpPr>
        <p:spPr>
          <a:xfrm>
            <a:off x="7487048" y="4141987"/>
            <a:ext cx="1113837" cy="1129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4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03457F-8D09-4788-8B57-F900D6AF14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130" y="4157753"/>
            <a:ext cx="1113838" cy="1121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753878-AE28-F18B-D5E1-43F15EAFED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941" y="4149512"/>
            <a:ext cx="1113837" cy="11220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638EF2-9A6A-39FC-CB5E-5DFE126E5D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96"/>
          <a:stretch>
            <a:fillRect/>
          </a:stretch>
        </p:blipFill>
        <p:spPr>
          <a:xfrm>
            <a:off x="7477245" y="4157753"/>
            <a:ext cx="1123640" cy="1114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39C942-6D8A-74AE-26CF-3C4C13EE63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434" y="4157753"/>
            <a:ext cx="1112544" cy="1125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3D456B-066D-4BDE-56E2-18B3E5B3E1B5}"/>
              </a:ext>
            </a:extLst>
          </p:cNvPr>
          <p:cNvSpPr txBox="1"/>
          <p:nvPr/>
        </p:nvSpPr>
        <p:spPr>
          <a:xfrm>
            <a:off x="3701702" y="5572189"/>
            <a:ext cx="111383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rgbClr val="FFCC00"/>
                </a:solidFill>
              </a:rPr>
              <a:t>Jeet Nakrani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20C33C-ABEA-56F4-1BE7-D1686E7DCC94}"/>
              </a:ext>
            </a:extLst>
          </p:cNvPr>
          <p:cNvSpPr txBox="1"/>
          <p:nvPr/>
        </p:nvSpPr>
        <p:spPr>
          <a:xfrm>
            <a:off x="4958337" y="5558339"/>
            <a:ext cx="1113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CC00"/>
                </a:solidFill>
              </a:rPr>
              <a:t>Dhiraj Nair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0D11D1-AB8E-AA5F-9F3A-514354167B90}"/>
              </a:ext>
            </a:extLst>
          </p:cNvPr>
          <p:cNvSpPr txBox="1"/>
          <p:nvPr/>
        </p:nvSpPr>
        <p:spPr>
          <a:xfrm>
            <a:off x="6134238" y="5464468"/>
            <a:ext cx="1260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CC00"/>
                </a:solidFill>
              </a:rPr>
              <a:t>Shubham Vishwakarma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BDEC89-078A-E7BB-2C18-27D3B48429C2}"/>
              </a:ext>
            </a:extLst>
          </p:cNvPr>
          <p:cNvSpPr txBox="1"/>
          <p:nvPr/>
        </p:nvSpPr>
        <p:spPr>
          <a:xfrm>
            <a:off x="7364035" y="5450618"/>
            <a:ext cx="1350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CC00"/>
                </a:solidFill>
              </a:rPr>
              <a:t>Anjali Deshmukh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63C22D-3AE0-704D-34EB-50077AB860B3}"/>
              </a:ext>
            </a:extLst>
          </p:cNvPr>
          <p:cNvSpPr txBox="1"/>
          <p:nvPr/>
        </p:nvSpPr>
        <p:spPr>
          <a:xfrm>
            <a:off x="2877084" y="6039013"/>
            <a:ext cx="6789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CC00"/>
                </a:solidFill>
              </a:rPr>
              <a:t>Mukesh Patel School of Technology Management &amp; Engineering (NMIMS), Mumbai, Maharashtra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0A039C-C2FD-FBBC-D0A7-DD84FA7F7340}"/>
              </a:ext>
            </a:extLst>
          </p:cNvPr>
          <p:cNvSpPr txBox="1"/>
          <p:nvPr/>
        </p:nvSpPr>
        <p:spPr>
          <a:xfrm>
            <a:off x="1176763" y="1352077"/>
            <a:ext cx="310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C00"/>
                </a:solidFill>
                <a:latin typeface="Aptos" panose="02110004020202020204"/>
              </a:rPr>
              <a:t>PID No. TG0910551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4DE888-6EB0-C747-6A48-0F800B869D6C}"/>
              </a:ext>
            </a:extLst>
          </p:cNvPr>
          <p:cNvSpPr txBox="1"/>
          <p:nvPr/>
        </p:nvSpPr>
        <p:spPr>
          <a:xfrm>
            <a:off x="3942413" y="2516417"/>
            <a:ext cx="4658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CC00"/>
                </a:solidFill>
              </a:rPr>
              <a:t>MindFlow</a:t>
            </a:r>
            <a:r>
              <a:rPr lang="en-US" sz="2400" b="1" dirty="0">
                <a:solidFill>
                  <a:srgbClr val="FFCC00"/>
                </a:solidFill>
              </a:rPr>
              <a:t>: LLM-Driven Rubric Evaluator for Flowcharts, Algorithms &amp; Pseudocode</a:t>
            </a:r>
          </a:p>
        </p:txBody>
      </p:sp>
    </p:spTree>
    <p:extLst>
      <p:ext uri="{BB962C8B-B14F-4D97-AF65-F5344CB8AC3E}">
        <p14:creationId xmlns:p14="http://schemas.microsoft.com/office/powerpoint/2010/main" val="3625214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ACC1-B807-E199-91AC-AD058066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22E93-CA75-8D67-4478-EEE1A746B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30" y="1949095"/>
            <a:ext cx="5527529" cy="111503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/>
              <a:t>Organizations frequently onboard fresh graduates and lateral hires as part of their upskilling and workforce development initiatives. To assess computational and logical thinking skills, learners are asked to create </a:t>
            </a:r>
            <a:r>
              <a:rPr lang="en-US" sz="1500" b="1" dirty="0"/>
              <a:t>flowcharts, algorithms, and pseudocode</a:t>
            </a:r>
            <a:r>
              <a:rPr lang="en-US" sz="1500" dirty="0"/>
              <a:t>. The challenges observed are: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41F3A-4CF6-34E8-7F7F-C199B1AC2E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17F085-90E7-E12B-A1C9-E8ADDA18225E}"/>
              </a:ext>
            </a:extLst>
          </p:cNvPr>
          <p:cNvSpPr txBox="1"/>
          <p:nvPr/>
        </p:nvSpPr>
        <p:spPr>
          <a:xfrm>
            <a:off x="658413" y="3973930"/>
            <a:ext cx="5527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1600" b="1" dirty="0"/>
              <a:t>Inconsistent Evaluation &amp; Interpretation Challenges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1305B-7D93-0340-7A6D-C1BCF128B69A}"/>
              </a:ext>
            </a:extLst>
          </p:cNvPr>
          <p:cNvSpPr txBox="1"/>
          <p:nvPr/>
        </p:nvSpPr>
        <p:spPr>
          <a:xfrm>
            <a:off x="658413" y="4592482"/>
            <a:ext cx="4651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1600" b="1" dirty="0"/>
              <a:t>Time-Consuming Review Process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E10E6-E9D7-BC51-E958-59AB030EFCD7}"/>
              </a:ext>
            </a:extLst>
          </p:cNvPr>
          <p:cNvSpPr txBox="1"/>
          <p:nvPr/>
        </p:nvSpPr>
        <p:spPr>
          <a:xfrm>
            <a:off x="658413" y="5217398"/>
            <a:ext cx="5254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1600" b="1" dirty="0"/>
              <a:t>Human Error &amp; Oversight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876EDF-AAAB-3CF4-14FA-8A524A79DDE0}"/>
              </a:ext>
            </a:extLst>
          </p:cNvPr>
          <p:cNvSpPr txBox="1"/>
          <p:nvPr/>
        </p:nvSpPr>
        <p:spPr>
          <a:xfrm>
            <a:off x="658413" y="5842314"/>
            <a:ext cx="4454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1600" b="1" dirty="0"/>
              <a:t>Lack of Automated Platforms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9D10CB-EA10-5B17-594B-C59142A6B51D}"/>
              </a:ext>
            </a:extLst>
          </p:cNvPr>
          <p:cNvCxnSpPr>
            <a:cxnSpLocks/>
          </p:cNvCxnSpPr>
          <p:nvPr/>
        </p:nvCxnSpPr>
        <p:spPr>
          <a:xfrm>
            <a:off x="6096000" y="1581369"/>
            <a:ext cx="0" cy="4856733"/>
          </a:xfrm>
          <a:prstGeom prst="line">
            <a:avLst/>
          </a:prstGeom>
          <a:ln w="28575">
            <a:solidFill>
              <a:srgbClr val="FBC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983D9C4-3973-A8E7-CD1C-3FB1A23AE5BE}"/>
              </a:ext>
            </a:extLst>
          </p:cNvPr>
          <p:cNvSpPr txBox="1"/>
          <p:nvPr/>
        </p:nvSpPr>
        <p:spPr>
          <a:xfrm>
            <a:off x="464000" y="1381314"/>
            <a:ext cx="5816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u="sng" dirty="0">
                <a:solidFill>
                  <a:srgbClr val="002060"/>
                </a:solidFill>
                <a:latin typeface="Sitka Small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Understanding the Problem</a:t>
            </a:r>
            <a:endParaRPr lang="en-US" sz="2000" b="1" u="sng" dirty="0">
              <a:solidFill>
                <a:srgbClr val="002060"/>
              </a:solidFill>
              <a:latin typeface="Sitka Small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DA9C5F-698A-2CA5-86BA-5BD403F6EF51}"/>
              </a:ext>
            </a:extLst>
          </p:cNvPr>
          <p:cNvSpPr txBox="1"/>
          <p:nvPr/>
        </p:nvSpPr>
        <p:spPr>
          <a:xfrm>
            <a:off x="6415682" y="1410256"/>
            <a:ext cx="5816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u="sng" dirty="0">
                <a:solidFill>
                  <a:srgbClr val="002060"/>
                </a:solidFill>
                <a:latin typeface="Sitka Small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 Requirement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BA6C5E-54F8-2677-966F-0F4FF51E0EF2}"/>
              </a:ext>
            </a:extLst>
          </p:cNvPr>
          <p:cNvSpPr txBox="1"/>
          <p:nvPr/>
        </p:nvSpPr>
        <p:spPr>
          <a:xfrm>
            <a:off x="6415682" y="2034987"/>
            <a:ext cx="5414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The objective is to develop an intelligent, automated evaluation system capable of: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204B03-5A33-470B-F232-4EE74A672CE4}"/>
              </a:ext>
            </a:extLst>
          </p:cNvPr>
          <p:cNvSpPr txBox="1"/>
          <p:nvPr/>
        </p:nvSpPr>
        <p:spPr>
          <a:xfrm>
            <a:off x="6554093" y="2842876"/>
            <a:ext cx="53865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400" dirty="0"/>
              <a:t>Parse </a:t>
            </a:r>
            <a:r>
              <a:rPr lang="en-US" sz="1400" b="1" dirty="0"/>
              <a:t>text and visual inputs </a:t>
            </a:r>
            <a:r>
              <a:rPr lang="en-US" sz="1400" dirty="0"/>
              <a:t>into </a:t>
            </a:r>
            <a:r>
              <a:rPr lang="en-US" sz="1400" b="1" dirty="0"/>
              <a:t>structured representations </a:t>
            </a:r>
            <a:r>
              <a:rPr lang="en-US" sz="1400" dirty="0"/>
              <a:t>for </a:t>
            </a:r>
            <a:r>
              <a:rPr lang="en-US" sz="1400" b="1" dirty="0"/>
              <a:t>rubric-based evaluation</a:t>
            </a:r>
            <a:r>
              <a:rPr lang="en-US" sz="1400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FF8E3E-02C9-73C5-FABE-9205F2371F17}"/>
              </a:ext>
            </a:extLst>
          </p:cNvPr>
          <p:cNvSpPr txBox="1"/>
          <p:nvPr/>
        </p:nvSpPr>
        <p:spPr>
          <a:xfrm>
            <a:off x="6554093" y="3619987"/>
            <a:ext cx="52642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2"/>
            </a:pPr>
            <a:r>
              <a:rPr lang="en-US" sz="1400" dirty="0"/>
              <a:t>Generate </a:t>
            </a:r>
            <a:r>
              <a:rPr lang="en-US" sz="1400" b="1" dirty="0"/>
              <a:t>consistent, timely feedback </a:t>
            </a:r>
            <a:r>
              <a:rPr lang="en-US" sz="1400" dirty="0"/>
              <a:t>with</a:t>
            </a:r>
            <a:r>
              <a:rPr lang="en-US" sz="1400" b="1" dirty="0"/>
              <a:t> annotated outputs</a:t>
            </a:r>
            <a:r>
              <a:rPr lang="en-US" sz="1400" dirty="0"/>
              <a:t> and </a:t>
            </a:r>
            <a:r>
              <a:rPr lang="en-US" sz="1400" b="1" dirty="0"/>
              <a:t>rubric-aligned scores</a:t>
            </a:r>
            <a:r>
              <a:rPr lang="en-US" sz="1400" dirty="0"/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EB1B14-EB5A-B187-B392-E542D5F716EB}"/>
              </a:ext>
            </a:extLst>
          </p:cNvPr>
          <p:cNvSpPr txBox="1"/>
          <p:nvPr/>
        </p:nvSpPr>
        <p:spPr>
          <a:xfrm>
            <a:off x="6560381" y="4412610"/>
            <a:ext cx="5198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dirty="0"/>
              <a:t>Evaluate pseudocode in a fully </a:t>
            </a:r>
            <a:r>
              <a:rPr lang="en-US" sz="1400" b="1" dirty="0"/>
              <a:t>language-agnostic</a:t>
            </a:r>
            <a:r>
              <a:rPr lang="en-US" sz="1400" dirty="0"/>
              <a:t> manner across </a:t>
            </a:r>
            <a:r>
              <a:rPr lang="en-US" sz="1400" b="1" dirty="0"/>
              <a:t>diverse formats and conventions</a:t>
            </a:r>
            <a:r>
              <a:rPr lang="en-US" sz="14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E82FAB-BAC0-61B3-C3E2-945291D82149}"/>
              </a:ext>
            </a:extLst>
          </p:cNvPr>
          <p:cNvSpPr txBox="1"/>
          <p:nvPr/>
        </p:nvSpPr>
        <p:spPr>
          <a:xfrm>
            <a:off x="6571788" y="5205233"/>
            <a:ext cx="5077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4"/>
            </a:pPr>
            <a:r>
              <a:rPr lang="en-US" sz="1400" dirty="0"/>
              <a:t>Support </a:t>
            </a:r>
            <a:r>
              <a:rPr lang="en-US" sz="1400" b="1" dirty="0"/>
              <a:t>scalable automated assessment </a:t>
            </a:r>
            <a:r>
              <a:rPr lang="en-US" sz="1400" dirty="0"/>
              <a:t>through seamless </a:t>
            </a:r>
            <a:r>
              <a:rPr lang="en-US" sz="1400" b="1" dirty="0"/>
              <a:t>LMS integration</a:t>
            </a:r>
            <a:r>
              <a:rPr lang="en-US" sz="1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7534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AFC5-699D-64A0-0719-F172E59D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5C55-8623-350C-533F-7AB4A0F6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/ Proposed Solution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73C1F-9563-1280-FE2D-53B03B009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2E089B-2DDC-0B19-749F-785C87D020D2}"/>
              </a:ext>
            </a:extLst>
          </p:cNvPr>
          <p:cNvSpPr txBox="1"/>
          <p:nvPr/>
        </p:nvSpPr>
        <p:spPr>
          <a:xfrm>
            <a:off x="3187560" y="3119020"/>
            <a:ext cx="5816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2400" b="1" u="sng" dirty="0">
                <a:solidFill>
                  <a:srgbClr val="002060"/>
                </a:solidFill>
                <a:latin typeface="Sitka Small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Pillars of the Solution</a:t>
            </a:r>
            <a:endParaRPr lang="en-US" sz="2400" b="1" u="sng" dirty="0">
              <a:solidFill>
                <a:srgbClr val="002060"/>
              </a:solidFill>
              <a:latin typeface="Sitka Small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415497-B32F-A658-94B3-555343FD1532}"/>
              </a:ext>
            </a:extLst>
          </p:cNvPr>
          <p:cNvSpPr/>
          <p:nvPr/>
        </p:nvSpPr>
        <p:spPr>
          <a:xfrm>
            <a:off x="433375" y="4032353"/>
            <a:ext cx="2392269" cy="2512507"/>
          </a:xfrm>
          <a:prstGeom prst="roundRect">
            <a:avLst>
              <a:gd name="adj" fmla="val 6561"/>
            </a:avLst>
          </a:prstGeom>
          <a:solidFill>
            <a:srgbClr val="F4C99C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CE709-26A9-FB04-AB9B-9058BFD64F83}"/>
              </a:ext>
            </a:extLst>
          </p:cNvPr>
          <p:cNvSpPr txBox="1"/>
          <p:nvPr/>
        </p:nvSpPr>
        <p:spPr>
          <a:xfrm>
            <a:off x="552834" y="4124058"/>
            <a:ext cx="2153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Multi-Format Intelligent Parsing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36E29-592B-42E5-7C70-30CE9E60E34D}"/>
              </a:ext>
            </a:extLst>
          </p:cNvPr>
          <p:cNvSpPr txBox="1"/>
          <p:nvPr/>
        </p:nvSpPr>
        <p:spPr>
          <a:xfrm>
            <a:off x="441891" y="4954868"/>
            <a:ext cx="2392269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Accepts .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.jpg, .pdf, .docx, .pptx, .txt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Uses OCR &amp; document 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Flowchart-to-Graph conversion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EA5BAB-907D-38C8-DD3C-A3D7057A8B7D}"/>
              </a:ext>
            </a:extLst>
          </p:cNvPr>
          <p:cNvSpPr/>
          <p:nvPr/>
        </p:nvSpPr>
        <p:spPr>
          <a:xfrm>
            <a:off x="3359377" y="4032353"/>
            <a:ext cx="2392269" cy="2512504"/>
          </a:xfrm>
          <a:prstGeom prst="roundRect">
            <a:avLst>
              <a:gd name="adj" fmla="val 6561"/>
            </a:avLst>
          </a:prstGeom>
          <a:solidFill>
            <a:srgbClr val="BCD2EA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254370-6542-B86D-C8E0-9F7AEFF477CB}"/>
              </a:ext>
            </a:extLst>
          </p:cNvPr>
          <p:cNvSpPr txBox="1"/>
          <p:nvPr/>
        </p:nvSpPr>
        <p:spPr>
          <a:xfrm>
            <a:off x="3450476" y="4148966"/>
            <a:ext cx="2153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Unified Structured Representation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14794-D001-256D-56AF-C3D18E94B68B}"/>
              </a:ext>
            </a:extLst>
          </p:cNvPr>
          <p:cNvSpPr txBox="1"/>
          <p:nvPr/>
        </p:nvSpPr>
        <p:spPr>
          <a:xfrm>
            <a:off x="3365665" y="5139533"/>
            <a:ext cx="2392269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Internal Model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Graph (nodes + edges), AST/IR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Normalizes pseudocode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FA7E85-69E7-4991-F55A-2481E108BD8E}"/>
              </a:ext>
            </a:extLst>
          </p:cNvPr>
          <p:cNvSpPr/>
          <p:nvPr/>
        </p:nvSpPr>
        <p:spPr>
          <a:xfrm>
            <a:off x="6310696" y="4032353"/>
            <a:ext cx="2392269" cy="2512502"/>
          </a:xfrm>
          <a:prstGeom prst="roundRect">
            <a:avLst>
              <a:gd name="adj" fmla="val 6561"/>
            </a:avLst>
          </a:prstGeom>
          <a:solidFill>
            <a:srgbClr val="27446C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B70696-AB20-DAA0-8196-2A9814BA3E25}"/>
              </a:ext>
            </a:extLst>
          </p:cNvPr>
          <p:cNvSpPr txBox="1"/>
          <p:nvPr/>
        </p:nvSpPr>
        <p:spPr>
          <a:xfrm>
            <a:off x="6324438" y="4197884"/>
            <a:ext cx="2368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LLM-Powered Rubric Evaluation Engine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98BF-2569-2DA4-DDFF-6360EF85E8AE}"/>
              </a:ext>
            </a:extLst>
          </p:cNvPr>
          <p:cNvSpPr txBox="1"/>
          <p:nvPr/>
        </p:nvSpPr>
        <p:spPr>
          <a:xfrm>
            <a:off x="6365819" y="4946888"/>
            <a:ext cx="239226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Semantic understanding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Graph reusing (paths, decisions)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Compares against rubric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Scores, explanations, suggestions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7B3582-4358-E08B-061A-CD083DE1EB26}"/>
              </a:ext>
            </a:extLst>
          </p:cNvPr>
          <p:cNvSpPr/>
          <p:nvPr/>
        </p:nvSpPr>
        <p:spPr>
          <a:xfrm>
            <a:off x="9262015" y="4032353"/>
            <a:ext cx="2392269" cy="2512502"/>
          </a:xfrm>
          <a:prstGeom prst="roundRect">
            <a:avLst>
              <a:gd name="adj" fmla="val 6561"/>
            </a:avLst>
          </a:prstGeom>
          <a:solidFill>
            <a:srgbClr val="B2DBAF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F959BC-B1EE-5FFA-5E29-E633250D9386}"/>
              </a:ext>
            </a:extLst>
          </p:cNvPr>
          <p:cNvSpPr txBox="1"/>
          <p:nvPr/>
        </p:nvSpPr>
        <p:spPr>
          <a:xfrm>
            <a:off x="9317138" y="4136955"/>
            <a:ext cx="2368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Automated Feeback &amp; Visualization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2F8659-1F49-DD83-BCAE-9F9FED8E4E32}"/>
              </a:ext>
            </a:extLst>
          </p:cNvPr>
          <p:cNvSpPr txBox="1"/>
          <p:nvPr/>
        </p:nvSpPr>
        <p:spPr>
          <a:xfrm>
            <a:off x="9337820" y="4979002"/>
            <a:ext cx="2392269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Annotated diagrams, error highlights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PDF / JSON reports, rubric 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Evaluator overrides, LMS return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2043FFF9-9483-CD93-2790-37D3EDAEC770}"/>
              </a:ext>
            </a:extLst>
          </p:cNvPr>
          <p:cNvSpPr/>
          <p:nvPr/>
        </p:nvSpPr>
        <p:spPr>
          <a:xfrm>
            <a:off x="2848879" y="5300107"/>
            <a:ext cx="303608" cy="11737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4D4E8FC-D528-6494-12A3-DAAB249644AF}"/>
              </a:ext>
            </a:extLst>
          </p:cNvPr>
          <p:cNvSpPr/>
          <p:nvPr/>
        </p:nvSpPr>
        <p:spPr>
          <a:xfrm>
            <a:off x="5746732" y="5300107"/>
            <a:ext cx="303608" cy="11737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8734372-2173-EDF0-42D3-E111EDF3853B}"/>
              </a:ext>
            </a:extLst>
          </p:cNvPr>
          <p:cNvSpPr/>
          <p:nvPr/>
        </p:nvSpPr>
        <p:spPr>
          <a:xfrm>
            <a:off x="8689693" y="5229918"/>
            <a:ext cx="303608" cy="11737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ECA306-5B32-F505-01DD-42696BF59D7A}"/>
              </a:ext>
            </a:extLst>
          </p:cNvPr>
          <p:cNvSpPr txBox="1"/>
          <p:nvPr/>
        </p:nvSpPr>
        <p:spPr>
          <a:xfrm>
            <a:off x="426576" y="1145054"/>
            <a:ext cx="1130142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1600" dirty="0"/>
              <a:t>The proposed solution uses an </a:t>
            </a:r>
            <a:r>
              <a:rPr lang="en-IN" sz="1600" b="1" dirty="0"/>
              <a:t>LLM-enabled evaluation engine </a:t>
            </a:r>
            <a:r>
              <a:rPr lang="en-IN" sz="1600" dirty="0"/>
              <a:t>to convert diverse submissions (flowcharts, pseudocode) into a </a:t>
            </a:r>
            <a:r>
              <a:rPr lang="en-IN" sz="1600" b="1" dirty="0"/>
              <a:t>structured graph representation</a:t>
            </a:r>
            <a:r>
              <a:rPr lang="en-IN" sz="1600" dirty="0"/>
              <a:t>.</a:t>
            </a:r>
          </a:p>
          <a:p>
            <a:pPr marL="285750" indent="-285750">
              <a:spcAft>
                <a:spcPts val="1200"/>
              </a:spcAft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1600" dirty="0"/>
              <a:t>The system performs </a:t>
            </a:r>
            <a:r>
              <a:rPr lang="en-IN" sz="1600" b="1" dirty="0"/>
              <a:t>semantic reasoning </a:t>
            </a:r>
            <a:r>
              <a:rPr lang="en-IN" sz="1600" dirty="0"/>
              <a:t>and </a:t>
            </a:r>
            <a:r>
              <a:rPr lang="en-IN" sz="1600" b="1" dirty="0"/>
              <a:t>logic validation </a:t>
            </a:r>
            <a:r>
              <a:rPr lang="en-IN" sz="1600" dirty="0"/>
              <a:t>against </a:t>
            </a:r>
            <a:r>
              <a:rPr lang="en-IN" sz="1600" b="1" dirty="0"/>
              <a:t>predefined rubrics</a:t>
            </a:r>
            <a:r>
              <a:rPr lang="en-IN" sz="1600" dirty="0"/>
              <a:t> to ensure </a:t>
            </a:r>
            <a:r>
              <a:rPr lang="en-IN" sz="1600" b="1" dirty="0"/>
              <a:t>fair</a:t>
            </a:r>
            <a:r>
              <a:rPr lang="en-IN" sz="1600" dirty="0"/>
              <a:t>, </a:t>
            </a:r>
            <a:r>
              <a:rPr lang="en-IN" sz="1600" b="1" dirty="0"/>
              <a:t>consistent</a:t>
            </a:r>
            <a:r>
              <a:rPr lang="en-IN" sz="1600" dirty="0"/>
              <a:t>, and </a:t>
            </a:r>
            <a:r>
              <a:rPr lang="en-IN" sz="1600" b="1" dirty="0"/>
              <a:t>language-agnostic </a:t>
            </a:r>
            <a:r>
              <a:rPr lang="en-IN" sz="1600" dirty="0"/>
              <a:t>assessment. 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1600" dirty="0"/>
              <a:t>It generates </a:t>
            </a:r>
            <a:r>
              <a:rPr lang="en-IN" sz="1600" b="1" dirty="0"/>
              <a:t>annotated feedback reports</a:t>
            </a:r>
            <a:r>
              <a:rPr lang="en-IN" sz="1600" dirty="0"/>
              <a:t>, highlighting </a:t>
            </a:r>
            <a:r>
              <a:rPr lang="en-IN" sz="1600" b="1" dirty="0"/>
              <a:t>errors</a:t>
            </a:r>
            <a:r>
              <a:rPr lang="en-IN" sz="1600" dirty="0"/>
              <a:t> and providing </a:t>
            </a:r>
            <a:r>
              <a:rPr lang="en-IN" sz="1600" b="1" dirty="0"/>
              <a:t>detailed suggestions</a:t>
            </a:r>
            <a:r>
              <a:rPr lang="en-IN" sz="1600" dirty="0"/>
              <a:t>, accelerating the learner's </a:t>
            </a:r>
            <a:r>
              <a:rPr lang="en-IN" sz="1600" b="1" dirty="0"/>
              <a:t>understanding</a:t>
            </a:r>
            <a:r>
              <a:rPr lang="en-IN" sz="1600" dirty="0"/>
              <a:t> and </a:t>
            </a:r>
            <a:r>
              <a:rPr lang="en-IN" sz="1600" b="1" dirty="0"/>
              <a:t>development</a:t>
            </a:r>
            <a:r>
              <a:rPr lang="en-IN" sz="1600" dirty="0"/>
              <a:t> cycle</a:t>
            </a:r>
          </a:p>
        </p:txBody>
      </p:sp>
    </p:spTree>
    <p:extLst>
      <p:ext uri="{BB962C8B-B14F-4D97-AF65-F5344CB8AC3E}">
        <p14:creationId xmlns:p14="http://schemas.microsoft.com/office/powerpoint/2010/main" val="359774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28A8-68C0-0351-9CE3-4B822172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435A-BDFF-E187-7B97-A1EA2264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SWOT Analysis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3E33A-CB07-0D54-D7BF-4AF1A0D32B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9B861AB-B174-EC73-68F0-E0AAEE856E0B}"/>
              </a:ext>
            </a:extLst>
          </p:cNvPr>
          <p:cNvSpPr txBox="1">
            <a:spLocks/>
          </p:cNvSpPr>
          <p:nvPr/>
        </p:nvSpPr>
        <p:spPr bwMode="gray">
          <a:xfrm>
            <a:off x="1531290" y="1076325"/>
            <a:ext cx="2742590" cy="263062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STRENGTHS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343AD11-D6AA-0CB2-E1B5-766DE67A057F}"/>
              </a:ext>
            </a:extLst>
          </p:cNvPr>
          <p:cNvSpPr txBox="1">
            <a:spLocks/>
          </p:cNvSpPr>
          <p:nvPr/>
        </p:nvSpPr>
        <p:spPr bwMode="gray">
          <a:xfrm>
            <a:off x="7616150" y="1076325"/>
            <a:ext cx="2742590" cy="263062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WEAKNESS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CDC288F-C7A3-7CF2-BD13-BCFB9FA1FE5A}"/>
              </a:ext>
            </a:extLst>
          </p:cNvPr>
          <p:cNvSpPr txBox="1">
            <a:spLocks/>
          </p:cNvSpPr>
          <p:nvPr/>
        </p:nvSpPr>
        <p:spPr bwMode="gray">
          <a:xfrm>
            <a:off x="1531290" y="3851876"/>
            <a:ext cx="2742590" cy="219501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OPPORTUNITIES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87BCA5F-F7A2-F96B-A88A-31ADCB0E0F71}"/>
              </a:ext>
            </a:extLst>
          </p:cNvPr>
          <p:cNvSpPr txBox="1">
            <a:spLocks/>
          </p:cNvSpPr>
          <p:nvPr/>
        </p:nvSpPr>
        <p:spPr bwMode="gray">
          <a:xfrm>
            <a:off x="7616150" y="3848357"/>
            <a:ext cx="2742590" cy="219500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118E01-2909-7C6C-BE61-FCC03AC633A1}"/>
              </a:ext>
            </a:extLst>
          </p:cNvPr>
          <p:cNvSpPr txBox="1"/>
          <p:nvPr/>
        </p:nvSpPr>
        <p:spPr>
          <a:xfrm>
            <a:off x="6171445" y="4319736"/>
            <a:ext cx="5632000" cy="217194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>
            <a:no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Training Data Scarcity:</a:t>
            </a:r>
            <a:r>
              <a:rPr lang="en-US" sz="1400" dirty="0"/>
              <a:t> The need for a diverse, high-quality dataset of flowcharts and algorithms to fine-tune the model ensures it generalizes well across different drawing styles.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Adoption Resistance:</a:t>
            </a:r>
            <a:r>
              <a:rPr lang="en-US" sz="1400" dirty="0"/>
              <a:t> Potential skepticism from traditional academic institutions regarding the reliability of AI-driven grading compared to manual review.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1D1B66-A1BC-66EA-3609-CD9A227D7240}"/>
              </a:ext>
            </a:extLst>
          </p:cNvPr>
          <p:cNvSpPr txBox="1"/>
          <p:nvPr/>
        </p:nvSpPr>
        <p:spPr>
          <a:xfrm>
            <a:off x="350455" y="4306462"/>
            <a:ext cx="5632000" cy="218521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Corporate L&amp;D Integration: </a:t>
            </a:r>
            <a:r>
              <a:rPr lang="en-US" sz="1400" dirty="0"/>
              <a:t>High demand in corporate sectors for automated, large-scale logic assessment during fresh hire onboarding and upskilling programs.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LMS Ecosystem Interoperability: </a:t>
            </a:r>
            <a:r>
              <a:rPr lang="en-US" sz="1400" dirty="0"/>
              <a:t>Designed for seamless API integration with major platforms (Moodle, Canvas) to automate grade syncing and report generation.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Real-time AI Coaching:</a:t>
            </a:r>
            <a:r>
              <a:rPr lang="en-US" sz="1400" dirty="0"/>
              <a:t> Expansion of the existing "AI Coach" feature to provide immediate, interactive tutoring during the coursework creation process.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A402ED-D168-E253-D473-F2B7B6C3E3BF}"/>
              </a:ext>
            </a:extLst>
          </p:cNvPr>
          <p:cNvSpPr txBox="1"/>
          <p:nvPr/>
        </p:nvSpPr>
        <p:spPr>
          <a:xfrm>
            <a:off x="350455" y="1549764"/>
            <a:ext cx="5632000" cy="204671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Specialized Logic Evaluation: </a:t>
            </a:r>
            <a:r>
              <a:rPr lang="en-US" sz="1400" dirty="0"/>
              <a:t>Utilizes Vision-Language Transformer to asses flowcharts, pseudocode, and algorithm coursework.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Socratic AI Coaching:</a:t>
            </a:r>
            <a:r>
              <a:rPr lang="en-US" sz="1400" dirty="0"/>
              <a:t> Uses Llama-3 to guide students through questioning rather than just providing answers.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Customizable Rubrics:</a:t>
            </a:r>
            <a:r>
              <a:rPr lang="en-US" sz="1400" dirty="0"/>
              <a:t> Allows instructors to link bespoke evaluation criteria to specific assignments.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Modern UX: </a:t>
            </a:r>
            <a:r>
              <a:rPr lang="en-US" sz="1400" dirty="0"/>
              <a:t>Features a </a:t>
            </a:r>
            <a:r>
              <a:rPr lang="en-US" sz="1400" dirty="0" err="1"/>
              <a:t>glassmorphism</a:t>
            </a:r>
            <a:r>
              <a:rPr lang="en-US" sz="1400" dirty="0"/>
              <a:t>-inspired UI with high-fidelity interaction simulations.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2221B2-9CFB-E057-1E10-D7CFAF19BB69}"/>
              </a:ext>
            </a:extLst>
          </p:cNvPr>
          <p:cNvSpPr txBox="1"/>
          <p:nvPr/>
        </p:nvSpPr>
        <p:spPr>
          <a:xfrm>
            <a:off x="6171445" y="1549764"/>
            <a:ext cx="5632000" cy="204671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Rubric Sensitivity:</a:t>
            </a:r>
            <a:r>
              <a:rPr lang="en-US" sz="1400" dirty="0"/>
              <a:t> The system's accuracy is strictly bound to the quality of the input rubrics; vague criteria can lead to inconsistent LLM evaluation.</a:t>
            </a:r>
            <a:endParaRPr lang="en-US" sz="1400" b="1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OCR Resolution Sensitivity:</a:t>
            </a:r>
            <a:r>
              <a:rPr lang="en-US" sz="1400" dirty="0"/>
              <a:t> Accuracy is dependent on the quality and resolution of uploaded flowchart images for effective text and shape detection.</a:t>
            </a:r>
          </a:p>
        </p:txBody>
      </p:sp>
    </p:spTree>
    <p:extLst>
      <p:ext uri="{BB962C8B-B14F-4D97-AF65-F5344CB8AC3E}">
        <p14:creationId xmlns:p14="http://schemas.microsoft.com/office/powerpoint/2010/main" val="87368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71F2-82E5-16F9-4CA8-1E0A96CE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68CF-C729-EACD-6CBE-B12A19AD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Plan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BD342-F248-D351-F5ED-90B5C20D1C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7460D3-FE25-F92C-F0E7-45F93B135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" t="2458" r="970"/>
          <a:stretch>
            <a:fillRect/>
          </a:stretch>
        </p:blipFill>
        <p:spPr>
          <a:xfrm>
            <a:off x="26998" y="1528997"/>
            <a:ext cx="11954876" cy="49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5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DED4E-8F48-4951-ABFA-2CE0F023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89B7D86-D51A-1CFA-3692-50A6D3A2DBAE}"/>
              </a:ext>
            </a:extLst>
          </p:cNvPr>
          <p:cNvSpPr/>
          <p:nvPr/>
        </p:nvSpPr>
        <p:spPr>
          <a:xfrm>
            <a:off x="7803703" y="2258068"/>
            <a:ext cx="2508348" cy="643154"/>
          </a:xfrm>
          <a:prstGeom prst="roundRect">
            <a:avLst/>
          </a:prstGeom>
          <a:solidFill>
            <a:srgbClr val="2D5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0C094-7E87-1719-02D2-A67B410A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Plan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BC9D8-A148-9054-ED9A-1B6B661A10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AF11A-879B-1C11-708C-DDA6D118758B}"/>
              </a:ext>
            </a:extLst>
          </p:cNvPr>
          <p:cNvSpPr txBox="1"/>
          <p:nvPr/>
        </p:nvSpPr>
        <p:spPr>
          <a:xfrm>
            <a:off x="1843630" y="1632665"/>
            <a:ext cx="3069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Student Submission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93C730-064E-AF73-696E-FD09B3BF839D}"/>
              </a:ext>
            </a:extLst>
          </p:cNvPr>
          <p:cNvCxnSpPr>
            <a:cxnSpLocks/>
          </p:cNvCxnSpPr>
          <p:nvPr/>
        </p:nvCxnSpPr>
        <p:spPr>
          <a:xfrm>
            <a:off x="5936105" y="1601888"/>
            <a:ext cx="0" cy="4856733"/>
          </a:xfrm>
          <a:prstGeom prst="line">
            <a:avLst/>
          </a:prstGeom>
          <a:ln w="28575">
            <a:solidFill>
              <a:srgbClr val="FBC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661ECA-4D32-8604-7308-0CE28EC26526}"/>
              </a:ext>
            </a:extLst>
          </p:cNvPr>
          <p:cNvSpPr txBox="1"/>
          <p:nvPr/>
        </p:nvSpPr>
        <p:spPr>
          <a:xfrm>
            <a:off x="359069" y="980600"/>
            <a:ext cx="4227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Sitka Small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Let’s take an example….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3F9EA8-8354-C160-7A42-795A87BF0404}"/>
              </a:ext>
            </a:extLst>
          </p:cNvPr>
          <p:cNvSpPr txBox="1"/>
          <p:nvPr/>
        </p:nvSpPr>
        <p:spPr>
          <a:xfrm>
            <a:off x="209868" y="2318672"/>
            <a:ext cx="5582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Algorithm for Factorial Calculation Visual Focus</a:t>
            </a:r>
            <a:r>
              <a:rPr lang="en-IN" sz="1600" dirty="0"/>
              <a:t>: </a:t>
            </a:r>
            <a:r>
              <a:rPr lang="en-IN" sz="1400" dirty="0"/>
              <a:t>A flowchart containing a subtle logical error.</a:t>
            </a: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AC9233-CD29-1213-2412-78F47AC9E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39" t="7450" r="12827"/>
          <a:stretch>
            <a:fillRect/>
          </a:stretch>
        </p:blipFill>
        <p:spPr>
          <a:xfrm>
            <a:off x="2140581" y="3072894"/>
            <a:ext cx="2668060" cy="24828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27F17F-1463-77A3-26F9-B260347E8824}"/>
              </a:ext>
            </a:extLst>
          </p:cNvPr>
          <p:cNvSpPr txBox="1"/>
          <p:nvPr/>
        </p:nvSpPr>
        <p:spPr>
          <a:xfrm>
            <a:off x="209868" y="5627933"/>
            <a:ext cx="558247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The Problem:</a:t>
            </a:r>
            <a:r>
              <a:rPr lang="en-IN" sz="1600" dirty="0"/>
              <a:t> </a:t>
            </a:r>
          </a:p>
          <a:p>
            <a:r>
              <a:rPr lang="en-IN" sz="1400" dirty="0"/>
              <a:t>The student initialized the variable to 0. In a multiplication loop, this means the answer will always be 0. A standard syntax checker would pass this, but </a:t>
            </a:r>
            <a:r>
              <a:rPr lang="en-IN" sz="1400" b="1" dirty="0"/>
              <a:t>MindFlow</a:t>
            </a:r>
            <a:r>
              <a:rPr lang="en-IN" sz="1400" dirty="0"/>
              <a:t> </a:t>
            </a:r>
            <a:r>
              <a:rPr lang="en-IN" sz="1400" b="1" dirty="0"/>
              <a:t>catches it</a:t>
            </a:r>
            <a:r>
              <a:rPr lang="en-IN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2ED5BD-69EC-8D03-A62D-C12A18E47A67}"/>
              </a:ext>
            </a:extLst>
          </p:cNvPr>
          <p:cNvSpPr txBox="1"/>
          <p:nvPr/>
        </p:nvSpPr>
        <p:spPr>
          <a:xfrm>
            <a:off x="7044861" y="1597850"/>
            <a:ext cx="4669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MindFlow Analysis Report Rubric 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94EDA-3B68-6911-41D9-0699B5902AFE}"/>
              </a:ext>
            </a:extLst>
          </p:cNvPr>
          <p:cNvSpPr txBox="1"/>
          <p:nvPr/>
        </p:nvSpPr>
        <p:spPr>
          <a:xfrm>
            <a:off x="7803703" y="2385565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Logic: 2/5 | Syntax: 5/5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B65D1F-8B6A-3D4C-926C-ED591ABE2552}"/>
              </a:ext>
            </a:extLst>
          </p:cNvPr>
          <p:cNvSpPr txBox="1"/>
          <p:nvPr/>
        </p:nvSpPr>
        <p:spPr>
          <a:xfrm>
            <a:off x="6317835" y="375398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"Critical Logic Error Detected in Step 3.“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32A135-71E6-AAE7-8C27-1AE65DC76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110" y="1579615"/>
            <a:ext cx="468306" cy="4683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A4E0E6-9D68-445F-6C61-274D7EB20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4713" y="1529397"/>
            <a:ext cx="575868" cy="57586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E05DF11-AAFB-F8CC-A187-C36CC9E0DCBE}"/>
              </a:ext>
            </a:extLst>
          </p:cNvPr>
          <p:cNvSpPr txBox="1"/>
          <p:nvPr/>
        </p:nvSpPr>
        <p:spPr>
          <a:xfrm>
            <a:off x="6096000" y="315626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AI Reasoning Engine Feedback: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E667F0-DAD1-9AE6-28FE-50DF48226553}"/>
              </a:ext>
            </a:extLst>
          </p:cNvPr>
          <p:cNvSpPr txBox="1"/>
          <p:nvPr/>
        </p:nvSpPr>
        <p:spPr>
          <a:xfrm>
            <a:off x="6332653" y="4339257"/>
            <a:ext cx="57044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Issue:</a:t>
            </a:r>
            <a:r>
              <a:rPr lang="en-IN" dirty="0"/>
              <a:t> Mathematical Semantic Error.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Explanation</a:t>
            </a:r>
            <a:r>
              <a:rPr lang="en-IN" dirty="0"/>
              <a:t>: The variable            is initialized to 0. Multiplying any number by 0 results in 0, breaking the factorial logic.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Correction:</a:t>
            </a:r>
            <a:r>
              <a:rPr lang="en-IN" dirty="0"/>
              <a:t> Change initialization to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767D14D-E411-A371-694D-76CFE39D99BF}"/>
              </a:ext>
            </a:extLst>
          </p:cNvPr>
          <p:cNvSpPr/>
          <p:nvPr/>
        </p:nvSpPr>
        <p:spPr>
          <a:xfrm>
            <a:off x="10012252" y="5996065"/>
            <a:ext cx="1116593" cy="35234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870426-43E9-B5E1-E13D-76B84F2855DA}"/>
              </a:ext>
            </a:extLst>
          </p:cNvPr>
          <p:cNvSpPr txBox="1"/>
          <p:nvPr/>
        </p:nvSpPr>
        <p:spPr>
          <a:xfrm>
            <a:off x="10012251" y="6033340"/>
            <a:ext cx="1116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Set Fact = 1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F2FC7D6-2D53-A744-C065-FD1645DD329D}"/>
              </a:ext>
            </a:extLst>
          </p:cNvPr>
          <p:cNvSpPr/>
          <p:nvPr/>
        </p:nvSpPr>
        <p:spPr>
          <a:xfrm>
            <a:off x="9139563" y="4951720"/>
            <a:ext cx="501340" cy="28708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325C11-9627-12C2-0BB7-B630AFA4A297}"/>
              </a:ext>
            </a:extLst>
          </p:cNvPr>
          <p:cNvSpPr txBox="1"/>
          <p:nvPr/>
        </p:nvSpPr>
        <p:spPr>
          <a:xfrm>
            <a:off x="9091090" y="4951720"/>
            <a:ext cx="598286" cy="3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Fact</a:t>
            </a:r>
          </a:p>
        </p:txBody>
      </p:sp>
    </p:spTree>
    <p:extLst>
      <p:ext uri="{BB962C8B-B14F-4D97-AF65-F5344CB8AC3E}">
        <p14:creationId xmlns:p14="http://schemas.microsoft.com/office/powerpoint/2010/main" val="308286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7BE0A-60A2-B978-7A76-601B6BA02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B975FBA-5952-4424-FE3F-331B3313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/ Testing /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FC338B-6EB6-ACED-5129-C2174BA2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49C32A-06E3-F387-A389-78497F99A65A}"/>
              </a:ext>
            </a:extLst>
          </p:cNvPr>
          <p:cNvSpPr txBox="1"/>
          <p:nvPr/>
        </p:nvSpPr>
        <p:spPr>
          <a:xfrm>
            <a:off x="687833" y="4246130"/>
            <a:ext cx="699259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/>
              <a:t>Rubric Effectiveness: </a:t>
            </a:r>
            <a:r>
              <a:rPr lang="en-IN" sz="1700" dirty="0"/>
              <a:t>Confirmed by rigorous Edge Case Testing (e.g., infinite loops, syntax errors) across different rubric types to ensure correct flaw identification.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C8F90-0EBF-AA9D-522A-A944CEC67DB0}"/>
              </a:ext>
            </a:extLst>
          </p:cNvPr>
          <p:cNvSpPr txBox="1"/>
          <p:nvPr/>
        </p:nvSpPr>
        <p:spPr>
          <a:xfrm>
            <a:off x="695169" y="1110484"/>
            <a:ext cx="3577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002060"/>
                </a:solidFill>
                <a:latin typeface="Sitka Small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Testing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B04383-56DB-36AE-6219-047AE4CA62A0}"/>
                  </a:ext>
                </a:extLst>
              </p:cNvPr>
              <p:cNvSpPr txBox="1"/>
              <p:nvPr/>
            </p:nvSpPr>
            <p:spPr>
              <a:xfrm>
                <a:off x="695169" y="1554140"/>
                <a:ext cx="10801662" cy="654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700" b="1" dirty="0"/>
                  <a:t>Cohen's Kappa</a:t>
                </a:r>
                <a:r>
                  <a:rPr lang="en-IN" sz="1600" b="1" dirty="0"/>
                  <a:t> </a:t>
                </a:r>
                <a:r>
                  <a:rPr lang="en-IN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κ</m:t>
                    </m:r>
                  </m:oMath>
                </a14:m>
                <a:r>
                  <a:rPr lang="en-IN" sz="1600" dirty="0"/>
                  <a:t>) </a:t>
                </a:r>
                <a:r>
                  <a:rPr lang="en-IN" sz="1700" b="1" dirty="0"/>
                  <a:t>:</a:t>
                </a:r>
                <a:r>
                  <a:rPr lang="en-IN" sz="1700" dirty="0"/>
                  <a:t> The standard and most robust statistical measure for assessing inter-rater reliability (or agreement) when dealing with categorical or ordinal scores, which is exactly what </a:t>
                </a:r>
                <a:r>
                  <a:rPr lang="en-IN" sz="1700" b="1" dirty="0"/>
                  <a:t>rubric-based system</a:t>
                </a:r>
                <a:r>
                  <a:rPr lang="en-IN" sz="1700" dirty="0"/>
                  <a:t> produces.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B04383-56DB-36AE-6219-047AE4CA6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69" y="1554140"/>
                <a:ext cx="10801662" cy="654603"/>
              </a:xfrm>
              <a:prstGeom prst="rect">
                <a:avLst/>
              </a:prstGeom>
              <a:blipFill>
                <a:blip r:embed="rId3"/>
                <a:stretch>
                  <a:fillRect l="-339" b="-130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C4BF2D-CA5A-302F-40DF-3DC7B65790AF}"/>
                  </a:ext>
                </a:extLst>
              </p:cNvPr>
              <p:cNvSpPr txBox="1"/>
              <p:nvPr/>
            </p:nvSpPr>
            <p:spPr>
              <a:xfrm>
                <a:off x="1390338" y="2398222"/>
                <a:ext cx="10801662" cy="603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𝑂𝑏𝑠𝑒𝑟𝑣𝑒𝑑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𝐴𝑔𝑟𝑒𝑒𝑚𝑒𝑛𝑡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𝐴𝑔𝑟𝑒𝑒𝑚𝑒𝑛𝑡</m:t>
                          </m:r>
                        </m:num>
                        <m:den>
                          <m:r>
                            <a:rPr lang="en-I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1 −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𝐴𝑔𝑟𝑒𝑒𝑚𝑒𝑛𝑡</m:t>
                          </m:r>
                        </m:den>
                      </m:f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C4BF2D-CA5A-302F-40DF-3DC7B6579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338" y="2398222"/>
                <a:ext cx="10801662" cy="603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EDF957-6B5A-8FEA-3539-4C420686DC82}"/>
                  </a:ext>
                </a:extLst>
              </p:cNvPr>
              <p:cNvSpPr txBox="1"/>
              <p:nvPr/>
            </p:nvSpPr>
            <p:spPr>
              <a:xfrm>
                <a:off x="3983636" y="2486069"/>
                <a:ext cx="7975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EDF957-6B5A-8FEA-3539-4C420686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636" y="2486069"/>
                <a:ext cx="7975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8CEAE89-3F9B-8D20-E21F-DF6586C01BDA}"/>
              </a:ext>
            </a:extLst>
          </p:cNvPr>
          <p:cNvSpPr txBox="1"/>
          <p:nvPr/>
        </p:nvSpPr>
        <p:spPr>
          <a:xfrm>
            <a:off x="2229438" y="2527904"/>
            <a:ext cx="222791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/>
              <a:t>Formula Concept:</a:t>
            </a:r>
            <a:endParaRPr lang="en-IN" sz="17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2E17B-3624-3F46-7190-130B5DDA8FE0}"/>
              </a:ext>
            </a:extLst>
          </p:cNvPr>
          <p:cNvSpPr txBox="1"/>
          <p:nvPr/>
        </p:nvSpPr>
        <p:spPr>
          <a:xfrm>
            <a:off x="1568346" y="3136240"/>
            <a:ext cx="905530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This normalization results in a score that accurately reflects the true reliability of your LLM.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F027120-1952-8C38-CE6D-F353DB725DE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80431" y="4215160"/>
              <a:ext cx="3619188" cy="2177400"/>
            </p:xfrm>
            <a:graphic>
              <a:graphicData uri="http://schemas.openxmlformats.org/drawingml/2006/table">
                <a:tbl>
                  <a:tblPr>
                    <a:tableStyleId>{BDBED569-4797-4DF1-A0F4-6AAB3CD982D8}</a:tableStyleId>
                  </a:tblPr>
                  <a:tblGrid>
                    <a:gridCol w="1505575">
                      <a:extLst>
                        <a:ext uri="{9D8B030D-6E8A-4147-A177-3AD203B41FA5}">
                          <a16:colId xmlns:a16="http://schemas.microsoft.com/office/drawing/2014/main" val="2645377938"/>
                        </a:ext>
                      </a:extLst>
                    </a:gridCol>
                    <a:gridCol w="2113613">
                      <a:extLst>
                        <a:ext uri="{9D8B030D-6E8A-4147-A177-3AD203B41FA5}">
                          <a16:colId xmlns:a16="http://schemas.microsoft.com/office/drawing/2014/main" val="710030739"/>
                        </a:ext>
                      </a:extLst>
                    </a:gridCol>
                  </a:tblGrid>
                  <a:tr h="3325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>
                              <a:solidFill>
                                <a:schemeClr val="bg1"/>
                              </a:solidFill>
                            </a:rPr>
                            <a:t>Kappa Value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16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κ</m:t>
                              </m:r>
                            </m:oMath>
                          </a14:m>
                          <a:r>
                            <a:rPr lang="el-GR" sz="14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>
                              <a:solidFill>
                                <a:schemeClr val="bg1"/>
                              </a:solidFill>
                            </a:rPr>
                            <a:t>Strength of Agreement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452672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&lt; 0.00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Poor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2974812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0.00 – 0.20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Slight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3830610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0.21 – 0.40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Fair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6166341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0.41 – 0.60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Moderate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205919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0.61 – 0.80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Substantial (Target)</a:t>
                          </a:r>
                          <a:endParaRPr lang="en-IN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0537108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/>
                            <a:t>0.81 – 1.00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Almost Perfect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01324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F027120-1952-8C38-CE6D-F353DB725D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1712871"/>
                  </p:ext>
                </p:extLst>
              </p:nvPr>
            </p:nvGraphicFramePr>
            <p:xfrm>
              <a:off x="7680431" y="4215160"/>
              <a:ext cx="3619188" cy="2177400"/>
            </p:xfrm>
            <a:graphic>
              <a:graphicData uri="http://schemas.openxmlformats.org/drawingml/2006/table">
                <a:tbl>
                  <a:tblPr>
                    <a:tableStyleId>{BDBED569-4797-4DF1-A0F4-6AAB3CD982D8}</a:tableStyleId>
                  </a:tblPr>
                  <a:tblGrid>
                    <a:gridCol w="1505575">
                      <a:extLst>
                        <a:ext uri="{9D8B030D-6E8A-4147-A177-3AD203B41FA5}">
                          <a16:colId xmlns:a16="http://schemas.microsoft.com/office/drawing/2014/main" val="2645377938"/>
                        </a:ext>
                      </a:extLst>
                    </a:gridCol>
                    <a:gridCol w="2113613">
                      <a:extLst>
                        <a:ext uri="{9D8B030D-6E8A-4147-A177-3AD203B41FA5}">
                          <a16:colId xmlns:a16="http://schemas.microsoft.com/office/drawing/2014/main" val="710030739"/>
                        </a:ext>
                      </a:extLst>
                    </a:gridCol>
                  </a:tblGrid>
                  <a:tr h="3325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3" t="-1818" r="-140726" b="-56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>
                              <a:solidFill>
                                <a:schemeClr val="bg1"/>
                              </a:solidFill>
                            </a:rPr>
                            <a:t>Strength of Agreement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452672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&lt; 0.00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Poor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2974812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0.00 – 0.20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Slight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3830610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0.21 – 0.40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Fair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6166341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0.41 – 0.60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Moderate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205919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0.61 – 0.80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Substantial (Target)</a:t>
                          </a:r>
                          <a:endParaRPr lang="en-IN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0537108"/>
                      </a:ext>
                    </a:extLst>
                  </a:tr>
                  <a:tr h="3074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/>
                            <a:t>0.81 – 1.00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Almost Perfect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01324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13CF779-1B13-F2CA-C9D4-FDC86A4EAADC}"/>
              </a:ext>
            </a:extLst>
          </p:cNvPr>
          <p:cNvSpPr txBox="1"/>
          <p:nvPr/>
        </p:nvSpPr>
        <p:spPr>
          <a:xfrm>
            <a:off x="695169" y="3637299"/>
            <a:ext cx="3577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002060"/>
                </a:solidFill>
                <a:latin typeface="Sitka Small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Analysis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1B3E73-E919-13CF-87D2-81075417CBA2}"/>
              </a:ext>
            </a:extLst>
          </p:cNvPr>
          <p:cNvSpPr/>
          <p:nvPr/>
        </p:nvSpPr>
        <p:spPr>
          <a:xfrm>
            <a:off x="875049" y="5563009"/>
            <a:ext cx="6432064" cy="877163"/>
          </a:xfrm>
          <a:prstGeom prst="roundRect">
            <a:avLst>
              <a:gd name="adj" fmla="val 10108"/>
            </a:avLst>
          </a:prstGeom>
          <a:noFill/>
          <a:ln w="28575">
            <a:solidFill>
              <a:srgbClr val="315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19DD55-7C5E-65CE-7C07-D39B78BF5064}"/>
              </a:ext>
            </a:extLst>
          </p:cNvPr>
          <p:cNvSpPr txBox="1"/>
          <p:nvPr/>
        </p:nvSpPr>
        <p:spPr>
          <a:xfrm>
            <a:off x="947483" y="5632258"/>
            <a:ext cx="6287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Fidelity:</a:t>
            </a:r>
          </a:p>
          <a:p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accurately the feedback identifies the real error in the student’s work and explains it clearly focused on the quality of the explanation, not just the score</a:t>
            </a:r>
            <a:endParaRPr lang="en-IN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15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431A-6361-8325-347A-72ADC640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660-C06A-A17D-D8BA-91FEF624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POC / Prototype Demo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4EF1A-58A1-A98B-2703-43DD3EAA15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7" name="Mindflow">
            <a:hlinkClick r:id="" action="ppaction://media"/>
            <a:extLst>
              <a:ext uri="{FF2B5EF4-FFF2-40B4-BE49-F238E27FC236}">
                <a16:creationId xmlns:a16="http://schemas.microsoft.com/office/drawing/2014/main" id="{EEE7FF2A-A26C-4131-4D89-EF3A8ECD1C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0263" y="974360"/>
            <a:ext cx="11279935" cy="53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9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CEB7-2AEB-98A2-D1D6-DACB8284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F9CC-EB4C-DEE7-5D8A-8B00AF0F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Level plan for converting POC to MVP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941E7-9A36-CE77-322B-E9BCB7B668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F21247-0F1A-14F4-7AA1-8ED5E645B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" t="18080" r="2624" b="2444"/>
          <a:stretch>
            <a:fillRect/>
          </a:stretch>
        </p:blipFill>
        <p:spPr>
          <a:xfrm>
            <a:off x="162393" y="1139253"/>
            <a:ext cx="11572407" cy="50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8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F9801-AA0D-B824-7D12-7A67D079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5A1B-98BB-4C96-3D46-F7C27764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for POC vs MVP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0F702-E452-B943-EB28-AD4E42FBD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C245F1-9542-8F0D-AD10-3D937A769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292023"/>
              </p:ext>
            </p:extLst>
          </p:nvPr>
        </p:nvGraphicFramePr>
        <p:xfrm>
          <a:off x="464000" y="1157602"/>
          <a:ext cx="11270803" cy="398788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817701">
                  <a:extLst>
                    <a:ext uri="{9D8B030D-6E8A-4147-A177-3AD203B41FA5}">
                      <a16:colId xmlns:a16="http://schemas.microsoft.com/office/drawing/2014/main" val="1640057345"/>
                    </a:ext>
                  </a:extLst>
                </a:gridCol>
                <a:gridCol w="1943773">
                  <a:extLst>
                    <a:ext uri="{9D8B030D-6E8A-4147-A177-3AD203B41FA5}">
                      <a16:colId xmlns:a16="http://schemas.microsoft.com/office/drawing/2014/main" val="965931009"/>
                    </a:ext>
                  </a:extLst>
                </a:gridCol>
                <a:gridCol w="2447487">
                  <a:extLst>
                    <a:ext uri="{9D8B030D-6E8A-4147-A177-3AD203B41FA5}">
                      <a16:colId xmlns:a16="http://schemas.microsoft.com/office/drawing/2014/main" val="3928056172"/>
                    </a:ext>
                  </a:extLst>
                </a:gridCol>
                <a:gridCol w="4061842">
                  <a:extLst>
                    <a:ext uri="{9D8B030D-6E8A-4147-A177-3AD203B41FA5}">
                      <a16:colId xmlns:a16="http://schemas.microsoft.com/office/drawing/2014/main" val="2025211597"/>
                    </a:ext>
                  </a:extLst>
                </a:gridCol>
              </a:tblGrid>
              <a:tr h="289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Cost Category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64945" marR="64945" marT="32473" marB="3247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PoC (₹)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64945" marR="64945" marT="32473" marB="3247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MVP (₹)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64945" marR="64945" marT="32473" marB="3247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64945" marR="64945" marT="32473" marB="32473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649607"/>
                  </a:ext>
                </a:extLst>
              </a:tr>
              <a:tr h="563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Model Training &amp; Fine-Tuning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NA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10,000 – 20,000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Fine-tuning T5-based LLM for rubric-driven evaluation.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014704425"/>
                  </a:ext>
                </a:extLst>
              </a:tr>
              <a:tr h="606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Parsing &amp; Conversion Pipeline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NA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8,000 – 15,000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OCR, flowchart-to-graph conversion, pseudocode-to-AST/IR.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851774556"/>
                  </a:ext>
                </a:extLst>
              </a:tr>
              <a:tr h="563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Evaluation Engine (LLM Inference)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~1,500 – 2,000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6,000 – 10,000 / month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GPU/Cloud compute needed for LLM inference.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852863207"/>
                  </a:ext>
                </a:extLst>
              </a:tr>
              <a:tr h="606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Testing &amp; Validation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NA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5,000 – 12,000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Accuracy (Kappa), consistency tests, edge-case evaluation.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443626904"/>
                  </a:ext>
                </a:extLst>
              </a:tr>
              <a:tr h="606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Deployment &amp; Maintenance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~1,500 – 2,000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5,000 – 12,000 / month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Hosting, storage, monitoring, LMS integration support.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201539761"/>
                  </a:ext>
                </a:extLst>
              </a:tr>
              <a:tr h="733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Personnel</a:t>
                      </a:r>
                      <a:endParaRPr lang="en-IN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NA (self/research)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2,00,000 – 3,00,000</a:t>
                      </a:r>
                      <a:endParaRPr lang="en-IN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Development of parsing modules, evaluation engine, reporting, LMS adapter.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1335120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4BC70C-B5DE-91A4-7546-B02DBFCC5998}"/>
              </a:ext>
            </a:extLst>
          </p:cNvPr>
          <p:cNvSpPr txBox="1"/>
          <p:nvPr/>
        </p:nvSpPr>
        <p:spPr>
          <a:xfrm>
            <a:off x="464000" y="5490401"/>
            <a:ext cx="42541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u="sng" dirty="0"/>
              <a:t>Note: - </a:t>
            </a:r>
            <a:endParaRPr lang="en-US" sz="1400" b="1" i="1" u="sng" dirty="0"/>
          </a:p>
          <a:p>
            <a:r>
              <a:rPr lang="en-US" sz="1200" i="1" dirty="0"/>
              <a:t>The above cost estimate is approximate and may vary based on project scope, resource availability, and specific requirements.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54B45-D74F-DB98-772F-1C67C3B926EF}"/>
              </a:ext>
            </a:extLst>
          </p:cNvPr>
          <p:cNvSpPr txBox="1"/>
          <p:nvPr/>
        </p:nvSpPr>
        <p:spPr>
          <a:xfrm>
            <a:off x="6096000" y="5418586"/>
            <a:ext cx="5219149" cy="933589"/>
          </a:xfrm>
          <a:prstGeom prst="rect">
            <a:avLst/>
          </a:prstGeom>
          <a:noFill/>
          <a:ln w="28575">
            <a:solidFill>
              <a:srgbClr val="FBC31B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en-US" sz="1600" b="1" dirty="0"/>
              <a:t>Total PoC Estimated Cost: ₹3,000 – ₹4,000</a:t>
            </a:r>
          </a:p>
          <a:p>
            <a:pPr algn="ctr">
              <a:buNone/>
            </a:pPr>
            <a:r>
              <a:rPr lang="en-US" sz="1600" b="1" dirty="0"/>
              <a:t>Total MVP Estimated Cost: ₹2,30,000 – ₹3,60,000 + Monthly ₹11,000 – ₹22,000</a:t>
            </a:r>
          </a:p>
        </p:txBody>
      </p:sp>
    </p:spTree>
    <p:extLst>
      <p:ext uri="{BB962C8B-B14F-4D97-AF65-F5344CB8AC3E}">
        <p14:creationId xmlns:p14="http://schemas.microsoft.com/office/powerpoint/2010/main" val="98979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57FA-FC54-EC1C-B84D-98DF08D9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3DF692BF-E9B8-ADC1-266E-A3B2F3ABF7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6844429"/>
              </p:ext>
            </p:extLst>
          </p:nvPr>
        </p:nvGraphicFramePr>
        <p:xfrm>
          <a:off x="347662" y="1050925"/>
          <a:ext cx="11270799" cy="5563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BFE63DE-6886-AF84-F9D8-C743FC73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&amp; Conclusion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1DE93-3C2D-A1E8-E418-B143255CAE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C22655-1646-FFF1-3BE5-0E806C812B45}"/>
              </a:ext>
            </a:extLst>
          </p:cNvPr>
          <p:cNvSpPr txBox="1"/>
          <p:nvPr/>
        </p:nvSpPr>
        <p:spPr>
          <a:xfrm>
            <a:off x="1547695" y="1490687"/>
            <a:ext cx="5143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dirty="0">
                <a:solidFill>
                  <a:schemeClr val="bg1"/>
                </a:solidFill>
              </a:rPr>
              <a:t>High-Fidelity Parsing: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98DA43-6075-699E-6528-44ECC012D6A0}"/>
              </a:ext>
            </a:extLst>
          </p:cNvPr>
          <p:cNvSpPr txBox="1"/>
          <p:nvPr/>
        </p:nvSpPr>
        <p:spPr>
          <a:xfrm>
            <a:off x="1538335" y="1830013"/>
            <a:ext cx="9842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</a:rPr>
              <a:t>Successfully achieved automated extraction of logic from both visual (OCR-based flowcharts) and textual (pseudocode/algorithms) formats with high semantic accuracy.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7083C2-CD31-2E03-518E-01129D13F569}"/>
              </a:ext>
            </a:extLst>
          </p:cNvPr>
          <p:cNvSpPr txBox="1"/>
          <p:nvPr/>
        </p:nvSpPr>
        <p:spPr>
          <a:xfrm>
            <a:off x="2032204" y="2743318"/>
            <a:ext cx="50843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dirty="0">
                <a:solidFill>
                  <a:schemeClr val="bg1"/>
                </a:solidFill>
              </a:rPr>
              <a:t>Language-Agnostic Validation: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2ACDF2-8949-DA72-B401-5A8962AB89E5}"/>
              </a:ext>
            </a:extLst>
          </p:cNvPr>
          <p:cNvSpPr txBox="1"/>
          <p:nvPr/>
        </p:nvSpPr>
        <p:spPr>
          <a:xfrm>
            <a:off x="2032204" y="3107347"/>
            <a:ext cx="9389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</a:rPr>
              <a:t>Demonstrated the ability to evaluate logic across various pseudocode conventions without being restricted to specific programming language syntax.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CCAD84-CC86-D81B-65C9-15CBDB7ED1DE}"/>
              </a:ext>
            </a:extLst>
          </p:cNvPr>
          <p:cNvSpPr txBox="1"/>
          <p:nvPr/>
        </p:nvSpPr>
        <p:spPr>
          <a:xfrm>
            <a:off x="2032204" y="4151198"/>
            <a:ext cx="50843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dirty="0">
                <a:solidFill>
                  <a:schemeClr val="bg1"/>
                </a:solidFill>
              </a:rPr>
              <a:t>Actionable Feedback: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108B27-5DF6-B8D0-A5F5-582574DD6E25}"/>
              </a:ext>
            </a:extLst>
          </p:cNvPr>
          <p:cNvSpPr txBox="1"/>
          <p:nvPr/>
        </p:nvSpPr>
        <p:spPr>
          <a:xfrm>
            <a:off x="2032203" y="4491517"/>
            <a:ext cx="97291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</a:rPr>
              <a:t>Generated annotated feedback and rubric-aligned scores that improved student understanding of logical errors.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8F4634-4BE7-8F6E-E2DF-08F2C0E5E2AE}"/>
              </a:ext>
            </a:extLst>
          </p:cNvPr>
          <p:cNvSpPr txBox="1"/>
          <p:nvPr/>
        </p:nvSpPr>
        <p:spPr>
          <a:xfrm>
            <a:off x="1606858" y="5444445"/>
            <a:ext cx="50843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dirty="0">
                <a:solidFill>
                  <a:schemeClr val="bg1"/>
                </a:solidFill>
              </a:rPr>
              <a:t>Reduced Evaluation Latency: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693B00-5938-6247-3B4B-4F0296AE61ED}"/>
              </a:ext>
            </a:extLst>
          </p:cNvPr>
          <p:cNvSpPr txBox="1"/>
          <p:nvPr/>
        </p:nvSpPr>
        <p:spPr>
          <a:xfrm>
            <a:off x="1585016" y="5782999"/>
            <a:ext cx="97291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</a:rPr>
              <a:t>Cut down manual grading time significantly per instructor through automated rubric-based scoring.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5FC0206-ABB0-B7C6-3879-2EEDB94BFB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69" y="1586472"/>
            <a:ext cx="609685" cy="60968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73A224-3E1B-8B1F-96A9-CBF2350987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16" y="2913856"/>
            <a:ext cx="586288" cy="58628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FDD96BE-F188-8ED7-D5B8-34AA3D9E51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830" y="4194591"/>
            <a:ext cx="586288" cy="58628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DE08346-C94D-7AB6-D55B-1263A3B009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76" y="5475326"/>
            <a:ext cx="60968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18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AFA7-DCA6-D27E-CDBE-EF0A2A42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BB954-EDE4-B068-D79B-2162C46B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7B609-4A18-EBCA-1B5D-222DC68BD6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10B5C7-EDCB-E773-2830-6C4D71668D8D}"/>
              </a:ext>
            </a:extLst>
          </p:cNvPr>
          <p:cNvSpPr txBox="1"/>
          <p:nvPr/>
        </p:nvSpPr>
        <p:spPr>
          <a:xfrm>
            <a:off x="550888" y="1155440"/>
            <a:ext cx="1109022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000" i="1" dirty="0"/>
              <a:t>OpenAI. Large Language Models for Code Understanding and Reasoning — Documentation &amp; Model Behavior Insights.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000" i="1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000" i="1" dirty="0"/>
              <a:t>Google Research. T5: Text-to-Text Transfer Transformer — Architecture and Fine-Tuning Framework.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000" i="1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000" i="1" dirty="0"/>
              <a:t>Microsoft. OCR &amp; Document Intelligence — Techniques for Multi-Format Parsing and Text Extraction.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000" i="1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000" i="1" dirty="0"/>
              <a:t>ISO/IEC. Software and Systems Engineering — Rubric-Based Evaluation Standards — Guidelines for structured assessment frameworks.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000" i="1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000" i="1" dirty="0"/>
              <a:t>IEEE. Graph-Based Algorithms for Flowchart Parsing — Methods for node/edge extraction and logic validation.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000" i="1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000" i="1" dirty="0"/>
              <a:t>Moodle &amp; Canvas Developer Docs. LMS Integration APIs — Standards for automated grading and report return.</a:t>
            </a:r>
          </a:p>
        </p:txBody>
      </p:sp>
    </p:spTree>
    <p:extLst>
      <p:ext uri="{BB962C8B-B14F-4D97-AF65-F5344CB8AC3E}">
        <p14:creationId xmlns:p14="http://schemas.microsoft.com/office/powerpoint/2010/main" val="1691867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DC89B9-0E13-C0D8-1AEC-71FCC005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937200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Theme">
  <a:themeElements>
    <a:clrScheme name="LTTS color">
      <a:dk1>
        <a:sysClr val="windowText" lastClr="000000"/>
      </a:dk1>
      <a:lt1>
        <a:sysClr val="window" lastClr="FFFFFF"/>
      </a:lt1>
      <a:dk2>
        <a:srgbClr val="00ADEE"/>
      </a:dk2>
      <a:lt2>
        <a:srgbClr val="003F72"/>
      </a:lt2>
      <a:accent1>
        <a:srgbClr val="0556CD"/>
      </a:accent1>
      <a:accent2>
        <a:srgbClr val="058EFF"/>
      </a:accent2>
      <a:accent3>
        <a:srgbClr val="FFD317"/>
      </a:accent3>
      <a:accent4>
        <a:srgbClr val="73BE44"/>
      </a:accent4>
      <a:accent5>
        <a:srgbClr val="BDD630"/>
      </a:accent5>
      <a:accent6>
        <a:srgbClr val="911FFF"/>
      </a:accent6>
      <a:hlink>
        <a:srgbClr val="058EFF"/>
      </a:hlink>
      <a:folHlink>
        <a:srgbClr val="0556CD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>
          <a:solidFill>
            <a:schemeClr val="accent3"/>
          </a:solidFill>
          <a:prstDash val="sysDot"/>
          <a:headEnd type="oval"/>
          <a:tailEnd type="oval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ack Theme">
  <a:themeElements>
    <a:clrScheme name="LTTS">
      <a:dk1>
        <a:srgbClr val="020B15"/>
      </a:dk1>
      <a:lt1>
        <a:srgbClr val="FFFFFF"/>
      </a:lt1>
      <a:dk2>
        <a:srgbClr val="122667"/>
      </a:dk2>
      <a:lt2>
        <a:srgbClr val="5C6368"/>
      </a:lt2>
      <a:accent1>
        <a:srgbClr val="064CC8"/>
      </a:accent1>
      <a:accent2>
        <a:srgbClr val="74BF43"/>
      </a:accent2>
      <a:accent3>
        <a:srgbClr val="FDD313"/>
      </a:accent3>
      <a:accent4>
        <a:srgbClr val="23DCE1"/>
      </a:accent4>
      <a:accent5>
        <a:srgbClr val="7A70FF"/>
      </a:accent5>
      <a:accent6>
        <a:srgbClr val="EBADB8"/>
      </a:accent6>
      <a:hlink>
        <a:srgbClr val="017877"/>
      </a:hlink>
      <a:folHlink>
        <a:srgbClr val="E2735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6_White Theme">
  <a:themeElements>
    <a:clrScheme name="LTTS color">
      <a:dk1>
        <a:sysClr val="windowText" lastClr="000000"/>
      </a:dk1>
      <a:lt1>
        <a:sysClr val="window" lastClr="FFFFFF"/>
      </a:lt1>
      <a:dk2>
        <a:srgbClr val="00ADEE"/>
      </a:dk2>
      <a:lt2>
        <a:srgbClr val="003F72"/>
      </a:lt2>
      <a:accent1>
        <a:srgbClr val="0556CD"/>
      </a:accent1>
      <a:accent2>
        <a:srgbClr val="058EFF"/>
      </a:accent2>
      <a:accent3>
        <a:srgbClr val="FFD317"/>
      </a:accent3>
      <a:accent4>
        <a:srgbClr val="73BE44"/>
      </a:accent4>
      <a:accent5>
        <a:srgbClr val="BDD630"/>
      </a:accent5>
      <a:accent6>
        <a:srgbClr val="911FFF"/>
      </a:accent6>
      <a:hlink>
        <a:srgbClr val="058EFF"/>
      </a:hlink>
      <a:folHlink>
        <a:srgbClr val="0556CD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>
          <a:solidFill>
            <a:schemeClr val="accent3"/>
          </a:solidFill>
          <a:prstDash val="sysDot"/>
          <a:headEnd type="oval"/>
          <a:tailEnd type="oval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White Theme">
  <a:themeElements>
    <a:clrScheme name="LTTS">
      <a:dk1>
        <a:srgbClr val="020B15"/>
      </a:dk1>
      <a:lt1>
        <a:srgbClr val="FFFFFF"/>
      </a:lt1>
      <a:dk2>
        <a:srgbClr val="122667"/>
      </a:dk2>
      <a:lt2>
        <a:srgbClr val="5C6368"/>
      </a:lt2>
      <a:accent1>
        <a:srgbClr val="064CC8"/>
      </a:accent1>
      <a:accent2>
        <a:srgbClr val="74BF43"/>
      </a:accent2>
      <a:accent3>
        <a:srgbClr val="FDD313"/>
      </a:accent3>
      <a:accent4>
        <a:srgbClr val="23DCE1"/>
      </a:accent4>
      <a:accent5>
        <a:srgbClr val="7A70FF"/>
      </a:accent5>
      <a:accent6>
        <a:srgbClr val="EBADB8"/>
      </a:accent6>
      <a:hlink>
        <a:srgbClr val="017877"/>
      </a:hlink>
      <a:folHlink>
        <a:srgbClr val="E2735E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>
          <a:solidFill>
            <a:schemeClr val="accent3"/>
          </a:solidFill>
          <a:prstDash val="sysDot"/>
          <a:headEnd type="oval"/>
          <a:tailEnd type="oval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L&amp;T Theme 2">
  <a:themeElements>
    <a:clrScheme name="Custom 5">
      <a:dk1>
        <a:sysClr val="windowText" lastClr="000000"/>
      </a:dk1>
      <a:lt1>
        <a:sysClr val="window" lastClr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73BE44"/>
      </a:accent4>
      <a:accent5>
        <a:srgbClr val="BDD630"/>
      </a:accent5>
      <a:accent6>
        <a:srgbClr val="911FFF"/>
      </a:accent6>
      <a:hlink>
        <a:srgbClr val="4C00FF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solidFill>
          <a:schemeClr val="bg1"/>
        </a:solidFill>
        <a:ln w="12700">
          <a:solidFill>
            <a:schemeClr val="accent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c70228-c75a-4d34-85d7-31317263b9a2">
      <Terms xmlns="http://schemas.microsoft.com/office/infopath/2007/PartnerControls"/>
    </lcf76f155ced4ddcb4097134ff3c332f>
    <TaxCatchAll xmlns="7b6f5015-22fe-415e-b312-25636bc07d4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E3F55680E3D842B4AC76C8A7496D7B" ma:contentTypeVersion="15" ma:contentTypeDescription="Create a new document." ma:contentTypeScope="" ma:versionID="7dfd2a20b1cbbf95ae7798e8d24d9b5b">
  <xsd:schema xmlns:xsd="http://www.w3.org/2001/XMLSchema" xmlns:xs="http://www.w3.org/2001/XMLSchema" xmlns:p="http://schemas.microsoft.com/office/2006/metadata/properties" xmlns:ns2="bfc70228-c75a-4d34-85d7-31317263b9a2" xmlns:ns3="7b6f5015-22fe-415e-b312-25636bc07d4e" targetNamespace="http://schemas.microsoft.com/office/2006/metadata/properties" ma:root="true" ma:fieldsID="fba9b3b6c3cb454e52bedff62f882a45" ns2:_="" ns3:_="">
    <xsd:import namespace="bfc70228-c75a-4d34-85d7-31317263b9a2"/>
    <xsd:import namespace="7b6f5015-22fe-415e-b312-25636bc07d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c70228-c75a-4d34-85d7-31317263b9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d122f3-2187-4f4a-ac69-8279b349ae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f5015-22fe-415e-b312-25636bc07d4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72ca217f-fdc2-4533-8cd4-51e1819db60c}" ma:internalName="TaxCatchAll" ma:showField="CatchAllData" ma:web="7b6f5015-22fe-415e-b312-25636bc07d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9E2DC4-AAE2-45D1-B727-2880240DEBD2}">
  <ds:schemaRefs>
    <ds:schemaRef ds:uri="2220b640-4fc8-4f80-ae80-8c88e0eab363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1bba6aee-edce-421a-b150-c0f0487c3f44"/>
    <ds:schemaRef ds:uri="http://schemas.microsoft.com/office/2006/metadata/properties"/>
    <ds:schemaRef ds:uri="http://www.w3.org/XML/1998/namespace"/>
    <ds:schemaRef ds:uri="bfc70228-c75a-4d34-85d7-31317263b9a2"/>
    <ds:schemaRef ds:uri="7b6f5015-22fe-415e-b312-25636bc07d4e"/>
  </ds:schemaRefs>
</ds:datastoreItem>
</file>

<file path=customXml/itemProps2.xml><?xml version="1.0" encoding="utf-8"?>
<ds:datastoreItem xmlns:ds="http://schemas.openxmlformats.org/officeDocument/2006/customXml" ds:itemID="{2FED5A6E-FDDA-4ED8-9C1C-1FCAF6D8CB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c70228-c75a-4d34-85d7-31317263b9a2"/>
    <ds:schemaRef ds:uri="7b6f5015-22fe-415e-b312-25636bc07d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188826-C214-4B33-B4FB-5ABC4D4ACC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27246</TotalTime>
  <Words>1263</Words>
  <Application>Microsoft Office PowerPoint</Application>
  <PresentationFormat>Widescreen</PresentationFormat>
  <Paragraphs>171</Paragraphs>
  <Slides>13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Cambria Math</vt:lpstr>
      <vt:lpstr>Frutiger 45 Light</vt:lpstr>
      <vt:lpstr>Frutiger LT Pro 55 Roman</vt:lpstr>
      <vt:lpstr>Sitka Small</vt:lpstr>
      <vt:lpstr>Source Sans Pro</vt:lpstr>
      <vt:lpstr>Symbol</vt:lpstr>
      <vt:lpstr>Wingdings</vt:lpstr>
      <vt:lpstr>White Theme</vt:lpstr>
      <vt:lpstr>1_Black Theme</vt:lpstr>
      <vt:lpstr>6_White Theme</vt:lpstr>
      <vt:lpstr>7_White Theme</vt:lpstr>
      <vt:lpstr>3_L&amp;T Theme 2</vt:lpstr>
      <vt:lpstr>PowerPoint Presentation</vt:lpstr>
      <vt:lpstr>Challenge Statement</vt:lpstr>
      <vt:lpstr>Concept / Proposed Solution </vt:lpstr>
      <vt:lpstr>SWOT Analysis</vt:lpstr>
      <vt:lpstr>Implementation Plan</vt:lpstr>
      <vt:lpstr>Implementation Plan</vt:lpstr>
      <vt:lpstr>Validation / Testing / Analysis</vt:lpstr>
      <vt:lpstr>POC / Prototype Demo</vt:lpstr>
      <vt:lpstr>High Level plan for converting POC to MVP</vt:lpstr>
      <vt:lpstr>Cost for POC vs MVP</vt:lpstr>
      <vt:lpstr>Result &amp; 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Perugu Sai Charan</dc:creator>
  <cp:lastModifiedBy>Dhiraj Nair</cp:lastModifiedBy>
  <cp:revision>598</cp:revision>
  <dcterms:created xsi:type="dcterms:W3CDTF">2024-10-24T12:01:00Z</dcterms:created>
  <dcterms:modified xsi:type="dcterms:W3CDTF">2026-02-20T17:16:11Z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0x010100B2E3F55680E3D842B4AC76C8A7496D7B</vt:lpwstr>
  </property>
  <property fmtid="{D5CDD505-2E9C-101B-9397-08002B2CF9AE}" pid="3" name="MSIP_Label_3bb46c77-3b58-4101-b463-cd3b3d516e4a_Enabled">
    <vt:lpwstr>true</vt:lpwstr>
  </property>
  <property fmtid="{D5CDD505-2E9C-101B-9397-08002B2CF9AE}" pid="4" name="MSIP_Label_3bb46c77-3b58-4101-b463-cd3b3d516e4a_SetDate">
    <vt:lpwstr>2025-09-10T10:47:26Z</vt:lpwstr>
  </property>
  <property fmtid="{D5CDD505-2E9C-101B-9397-08002B2CF9AE}" pid="5" name="MSIP_Label_3bb46c77-3b58-4101-b463-cd3b3d516e4a_Method">
    <vt:lpwstr>Privileged</vt:lpwstr>
  </property>
  <property fmtid="{D5CDD505-2E9C-101B-9397-08002B2CF9AE}" pid="6" name="MSIP_Label_3bb46c77-3b58-4101-b463-cd3b3d516e4a_Name">
    <vt:lpwstr>Non-Business</vt:lpwstr>
  </property>
  <property fmtid="{D5CDD505-2E9C-101B-9397-08002B2CF9AE}" pid="7" name="MSIP_Label_3bb46c77-3b58-4101-b463-cd3b3d516e4a_SiteId">
    <vt:lpwstr>311b3378-8e8a-4b5e-a33f-e80a3d8ba60a</vt:lpwstr>
  </property>
  <property fmtid="{D5CDD505-2E9C-101B-9397-08002B2CF9AE}" pid="8" name="MSIP_Label_3bb46c77-3b58-4101-b463-cd3b3d516e4a_ActionId">
    <vt:lpwstr>0fba93b7-36f7-4fc5-9d44-665645104f82</vt:lpwstr>
  </property>
  <property fmtid="{D5CDD505-2E9C-101B-9397-08002B2CF9AE}" pid="9" name="MSIP_Label_3bb46c77-3b58-4101-b463-cd3b3d516e4a_ContentBits">
    <vt:lpwstr>0</vt:lpwstr>
  </property>
  <property fmtid="{D5CDD505-2E9C-101B-9397-08002B2CF9AE}" pid="10" name="MSIP_Label_3bb46c77-3b58-4101-b463-cd3b3d516e4a_Tag">
    <vt:lpwstr>10, 0, 1, 1</vt:lpwstr>
  </property>
</Properties>
</file>